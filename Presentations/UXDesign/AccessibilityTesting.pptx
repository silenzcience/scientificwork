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62" r:id="rId3"/>
    <p:sldId id="296" r:id="rId4"/>
    <p:sldId id="297" r:id="rId5"/>
    <p:sldId id="298" r:id="rId6"/>
    <p:sldId id="290" r:id="rId7"/>
    <p:sldId id="291" r:id="rId8"/>
    <p:sldId id="292" r:id="rId9"/>
    <p:sldId id="293" r:id="rId10"/>
    <p:sldId id="294" r:id="rId11"/>
    <p:sldId id="295" r:id="rId12"/>
    <p:sldId id="289" r:id="rId13"/>
  </p:sldIdLst>
  <p:sldSz cx="9144000" cy="5149850"/>
  <p:notesSz cx="6858000" cy="9144000"/>
  <p:defaultTextStyle>
    <a:defPPr>
      <a:defRPr lang="de-DE"/>
    </a:defPPr>
    <a:lvl1pPr marL="0" algn="l" defTabSz="686074" rtl="0" eaLnBrk="1" latinLnBrk="0" hangingPunct="1">
      <a:defRPr sz="1351" kern="1200">
        <a:solidFill>
          <a:schemeClr val="tx1"/>
        </a:solidFill>
        <a:latin typeface="+mn-lt"/>
        <a:ea typeface="+mn-ea"/>
        <a:cs typeface="+mn-cs"/>
      </a:defRPr>
    </a:lvl1pPr>
    <a:lvl2pPr marL="343037" algn="l" defTabSz="686074" rtl="0" eaLnBrk="1" latinLnBrk="0" hangingPunct="1">
      <a:defRPr sz="1351" kern="1200">
        <a:solidFill>
          <a:schemeClr val="tx1"/>
        </a:solidFill>
        <a:latin typeface="+mn-lt"/>
        <a:ea typeface="+mn-ea"/>
        <a:cs typeface="+mn-cs"/>
      </a:defRPr>
    </a:lvl2pPr>
    <a:lvl3pPr marL="686074" algn="l" defTabSz="686074" rtl="0" eaLnBrk="1" latinLnBrk="0" hangingPunct="1">
      <a:defRPr sz="1351" kern="1200">
        <a:solidFill>
          <a:schemeClr val="tx1"/>
        </a:solidFill>
        <a:latin typeface="+mn-lt"/>
        <a:ea typeface="+mn-ea"/>
        <a:cs typeface="+mn-cs"/>
      </a:defRPr>
    </a:lvl3pPr>
    <a:lvl4pPr marL="1029111" algn="l" defTabSz="686074" rtl="0" eaLnBrk="1" latinLnBrk="0" hangingPunct="1">
      <a:defRPr sz="1351" kern="1200">
        <a:solidFill>
          <a:schemeClr val="tx1"/>
        </a:solidFill>
        <a:latin typeface="+mn-lt"/>
        <a:ea typeface="+mn-ea"/>
        <a:cs typeface="+mn-cs"/>
      </a:defRPr>
    </a:lvl4pPr>
    <a:lvl5pPr marL="1372149" algn="l" defTabSz="686074" rtl="0" eaLnBrk="1" latinLnBrk="0" hangingPunct="1">
      <a:defRPr sz="1351" kern="1200">
        <a:solidFill>
          <a:schemeClr val="tx1"/>
        </a:solidFill>
        <a:latin typeface="+mn-lt"/>
        <a:ea typeface="+mn-ea"/>
        <a:cs typeface="+mn-cs"/>
      </a:defRPr>
    </a:lvl5pPr>
    <a:lvl6pPr marL="1715186" algn="l" defTabSz="686074" rtl="0" eaLnBrk="1" latinLnBrk="0" hangingPunct="1">
      <a:defRPr sz="1351" kern="1200">
        <a:solidFill>
          <a:schemeClr val="tx1"/>
        </a:solidFill>
        <a:latin typeface="+mn-lt"/>
        <a:ea typeface="+mn-ea"/>
        <a:cs typeface="+mn-cs"/>
      </a:defRPr>
    </a:lvl6pPr>
    <a:lvl7pPr marL="2058223" algn="l" defTabSz="686074" rtl="0" eaLnBrk="1" latinLnBrk="0" hangingPunct="1">
      <a:defRPr sz="1351" kern="1200">
        <a:solidFill>
          <a:schemeClr val="tx1"/>
        </a:solidFill>
        <a:latin typeface="+mn-lt"/>
        <a:ea typeface="+mn-ea"/>
        <a:cs typeface="+mn-cs"/>
      </a:defRPr>
    </a:lvl7pPr>
    <a:lvl8pPr marL="2401260" algn="l" defTabSz="686074" rtl="0" eaLnBrk="1" latinLnBrk="0" hangingPunct="1">
      <a:defRPr sz="1351" kern="1200">
        <a:solidFill>
          <a:schemeClr val="tx1"/>
        </a:solidFill>
        <a:latin typeface="+mn-lt"/>
        <a:ea typeface="+mn-ea"/>
        <a:cs typeface="+mn-cs"/>
      </a:defRPr>
    </a:lvl8pPr>
    <a:lvl9pPr marL="2744297" algn="l" defTabSz="686074" rtl="0" eaLnBrk="1" latinLnBrk="0" hangingPunct="1">
      <a:defRPr sz="135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AB3"/>
    <a:srgbClr val="DAE5EB"/>
    <a:srgbClr val="CCDDE7"/>
    <a:srgbClr val="DAE5EA"/>
    <a:srgbClr val="B6CB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121" autoAdjust="0"/>
    <p:restoredTop sz="97725" autoAdjust="0"/>
  </p:normalViewPr>
  <p:slideViewPr>
    <p:cSldViewPr showGuides="1">
      <p:cViewPr varScale="1">
        <p:scale>
          <a:sx n="209" d="100"/>
          <a:sy n="209" d="100"/>
        </p:scale>
        <p:origin x="1938" y="150"/>
      </p:cViewPr>
      <p:guideLst/>
    </p:cSldViewPr>
  </p:slideViewPr>
  <p:outlineViewPr>
    <p:cViewPr>
      <p:scale>
        <a:sx n="33" d="100"/>
        <a:sy n="33" d="100"/>
      </p:scale>
      <p:origin x="0" y="-933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158" d="100"/>
          <a:sy n="158" d="100"/>
        </p:scale>
        <p:origin x="5640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BDED6AC-55F7-E147-AFC4-A3BDBFCC752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79D59C4-29AC-D341-B4D1-22B9DA3757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4785B-15A5-6941-B203-15A17340AF8C}" type="datetimeFigureOut">
              <a:rPr lang="de-DE" smtClean="0"/>
              <a:t>11.11.2025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6448B2D-EB51-AA41-A1D5-5D87A817BB3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0A25665-AD21-FE4A-BE5F-E9A755F5D97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E3842B-17F5-B44E-AEFD-F68DA92D851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42239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E4EA47C3-D6D1-45C7-B7EF-A1183D105D1C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olienbildplatzhalter 7">
            <a:extLst>
              <a:ext uri="{FF2B5EF4-FFF2-40B4-BE49-F238E27FC236}">
                <a16:creationId xmlns:a16="http://schemas.microsoft.com/office/drawing/2014/main" id="{B136A2F5-BC7E-47DC-9ED9-95EE5B00A2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2279" y="467544"/>
            <a:ext cx="6490831" cy="3655323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10" name="Notizenplatzhalter 9">
            <a:extLst>
              <a:ext uri="{FF2B5EF4-FFF2-40B4-BE49-F238E27FC236}">
                <a16:creationId xmlns:a16="http://schemas.microsoft.com/office/drawing/2014/main" id="{16E3EB76-4D08-4C50-98FE-43C6F5867A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02279" y="4400550"/>
            <a:ext cx="6490831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639692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6074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343037" algn="l" defTabSz="686074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686074" algn="l" defTabSz="686074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029111" algn="l" defTabSz="686074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372149" algn="l" defTabSz="686074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1715186" algn="l" defTabSz="68607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8223" algn="l" defTabSz="68607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1260" algn="l" defTabSz="68607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4297" algn="l" defTabSz="68607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53143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68309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72B4B-F34E-FCB5-2B7B-E10C15245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1D3552D-3D2E-6167-22F8-1918C8781A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C2E9831-E03B-BFC0-CA07-0B4D77B60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DAE28FB-4954-4B95-DDC3-963D4721E6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02178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29CC0-1A5D-D085-BBF3-0C4D9F55D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A608141-82A7-0F18-805D-6E9EABBF90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B752C0D-9081-2E46-8220-7A0286907F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10ADD71-8B03-A34F-0058-03009D8287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41953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DDED5-1ED4-0D75-7895-0F4D61C60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95E3269-0728-F17B-FC3E-BA236680F3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DC6257D-86B2-93C7-DA8F-45726FFD99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B7C107C-4637-7977-495F-741F18DAC0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89774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3F91A-B5F7-8299-4476-7220F4DCB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09F3F9F-B840-C5DC-0E83-4D0B598BBE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5B6D5BF-ABA1-19C2-6C56-063CF3BEC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82F0210-4395-4C53-5BB0-6815D06798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49753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73060-0CD3-4875-D70E-15C39F81F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3D1DF3A-1267-60AE-0CB9-92AF7BE317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0205A10-9DEB-8E56-A556-1CE145722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8F21F12-F8A4-8FF5-FB3F-F41932D31C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00623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55F44-111F-E853-99DB-B9F65F552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3E6D4AA-3DCB-7DB4-8916-CED2BC9E3F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6C773A3-18CA-D1CA-E449-8B4EB903E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6484BD0-8C0F-9A2A-02E8-DC2426F888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4072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8126F-E49F-D6CB-B1E2-2ED6A27B2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351D8E3-13E6-5FF5-3D03-543D1FA708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A9E5230-C50C-12BE-6208-5AD3FDB02C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8AE935B-E943-4A7B-25FE-6B17E6611F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54182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B2D8F-B6D8-5430-94F2-8816DEEE5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36373F2-CB05-30D6-C4BA-42BC8AC5A8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C2A7535-34C9-F98C-5D62-8D89ED4DF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508009A-9EC3-16BD-D03C-74F5BB45C3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76159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C621F-ACFD-1495-7539-2BA5CC3DE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B6B9F5B-8876-79F9-996F-0ACC55C4CE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58832AF-EC10-2873-87E3-C93D80BF4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757A22E-A729-5462-4F70-276E2ED855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74288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8813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CABCBAD4-CDF6-43FE-8861-A06D0882730D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</p:grpSpPr>
        <p:sp>
          <p:nvSpPr>
            <p:cNvPr id="29" name="bk object 18">
              <a:extLst>
                <a:ext uri="{FF2B5EF4-FFF2-40B4-BE49-F238E27FC236}">
                  <a16:creationId xmlns:a16="http://schemas.microsoft.com/office/drawing/2014/main" id="{43762DC1-C2FD-42CE-AFEB-715EE62A1F3D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bk object 18">
              <a:extLst>
                <a:ext uri="{FF2B5EF4-FFF2-40B4-BE49-F238E27FC236}">
                  <a16:creationId xmlns:a16="http://schemas.microsoft.com/office/drawing/2014/main" id="{76098270-8824-46AE-A5C5-CD99A62A1C4C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1" name="Holder 3">
              <a:extLst>
                <a:ext uri="{FF2B5EF4-FFF2-40B4-BE49-F238E27FC236}">
                  <a16:creationId xmlns:a16="http://schemas.microsoft.com/office/drawing/2014/main" id="{3299EB9C-AF93-46B9-874F-99C450B3EDD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sp>
        <p:nvSpPr>
          <p:cNvPr id="27" name="Freihandform: Form 26">
            <a:extLst>
              <a:ext uri="{FF2B5EF4-FFF2-40B4-BE49-F238E27FC236}">
                <a16:creationId xmlns:a16="http://schemas.microsoft.com/office/drawing/2014/main" id="{9E7234BE-B4D1-49DA-A717-D084E338DDBA}"/>
              </a:ext>
            </a:extLst>
          </p:cNvPr>
          <p:cNvSpPr/>
          <p:nvPr userDrawn="1"/>
        </p:nvSpPr>
        <p:spPr>
          <a:xfrm>
            <a:off x="1" y="1422400"/>
            <a:ext cx="3167992" cy="3492500"/>
          </a:xfrm>
          <a:custGeom>
            <a:avLst/>
            <a:gdLst>
              <a:gd name="connsiteX0" fmla="*/ 3773588 w 4271120"/>
              <a:gd name="connsiteY0" fmla="*/ 3280579 h 4702819"/>
              <a:gd name="connsiteX1" fmla="*/ 3717970 w 4271120"/>
              <a:gd name="connsiteY1" fmla="*/ 3393838 h 4702819"/>
              <a:gd name="connsiteX2" fmla="*/ 3755385 w 4271120"/>
              <a:gd name="connsiteY2" fmla="*/ 3541480 h 4702819"/>
              <a:gd name="connsiteX3" fmla="*/ 3742240 w 4271120"/>
              <a:gd name="connsiteY3" fmla="*/ 3544514 h 4702819"/>
              <a:gd name="connsiteX4" fmla="*/ 3594598 w 4271120"/>
              <a:gd name="connsiteY4" fmla="*/ 3403951 h 4702819"/>
              <a:gd name="connsiteX5" fmla="*/ 3773588 w 4271120"/>
              <a:gd name="connsiteY5" fmla="*/ 3280579 h 4702819"/>
              <a:gd name="connsiteX6" fmla="*/ 3937409 w 4271120"/>
              <a:gd name="connsiteY6" fmla="*/ 2981250 h 4702819"/>
              <a:gd name="connsiteX7" fmla="*/ 3833252 w 4271120"/>
              <a:gd name="connsiteY7" fmla="*/ 3118780 h 4702819"/>
              <a:gd name="connsiteX8" fmla="*/ 3480327 w 4271120"/>
              <a:gd name="connsiteY8" fmla="*/ 3142039 h 4702819"/>
              <a:gd name="connsiteX9" fmla="*/ 3488417 w 4271120"/>
              <a:gd name="connsiteY9" fmla="*/ 3070240 h 4702819"/>
              <a:gd name="connsiteX10" fmla="*/ 3802914 w 4271120"/>
              <a:gd name="connsiteY10" fmla="*/ 3008554 h 4702819"/>
              <a:gd name="connsiteX11" fmla="*/ 3937409 w 4271120"/>
              <a:gd name="connsiteY11" fmla="*/ 2981250 h 4702819"/>
              <a:gd name="connsiteX12" fmla="*/ 1530647 w 4271120"/>
              <a:gd name="connsiteY12" fmla="*/ 2816671 h 4702819"/>
              <a:gd name="connsiteX13" fmla="*/ 1538737 w 4271120"/>
              <a:gd name="connsiteY13" fmla="*/ 2820463 h 4702819"/>
              <a:gd name="connsiteX14" fmla="*/ 1944246 w 4271120"/>
              <a:gd name="connsiteY14" fmla="*/ 3409008 h 4702819"/>
              <a:gd name="connsiteX15" fmla="*/ 3606733 w 4271120"/>
              <a:gd name="connsiteY15" fmla="*/ 3913618 h 4702819"/>
              <a:gd name="connsiteX16" fmla="*/ 3607744 w 4271120"/>
              <a:gd name="connsiteY16" fmla="*/ 3926765 h 4702819"/>
              <a:gd name="connsiteX17" fmla="*/ 2423576 w 4271120"/>
              <a:gd name="connsiteY17" fmla="*/ 3894405 h 4702819"/>
              <a:gd name="connsiteX18" fmla="*/ 2077731 w 4271120"/>
              <a:gd name="connsiteY18" fmla="*/ 3806426 h 4702819"/>
              <a:gd name="connsiteX19" fmla="*/ 1525591 w 4271120"/>
              <a:gd name="connsiteY19" fmla="*/ 2823496 h 4702819"/>
              <a:gd name="connsiteX20" fmla="*/ 1530647 w 4271120"/>
              <a:gd name="connsiteY20" fmla="*/ 2816671 h 4702819"/>
              <a:gd name="connsiteX21" fmla="*/ 3996062 w 4271120"/>
              <a:gd name="connsiteY21" fmla="*/ 2605067 h 4702819"/>
              <a:gd name="connsiteX22" fmla="*/ 4271120 w 4271120"/>
              <a:gd name="connsiteY22" fmla="*/ 2676866 h 4702819"/>
              <a:gd name="connsiteX23" fmla="*/ 4008197 w 4271120"/>
              <a:gd name="connsiteY23" fmla="*/ 2693046 h 4702819"/>
              <a:gd name="connsiteX24" fmla="*/ 3829207 w 4271120"/>
              <a:gd name="connsiteY24" fmla="*/ 2680911 h 4702819"/>
              <a:gd name="connsiteX25" fmla="*/ 3670441 w 4271120"/>
              <a:gd name="connsiteY25" fmla="*/ 2642484 h 4702819"/>
              <a:gd name="connsiteX26" fmla="*/ 3996062 w 4271120"/>
              <a:gd name="connsiteY26" fmla="*/ 2605067 h 4702819"/>
              <a:gd name="connsiteX27" fmla="*/ 3443991 w 4271120"/>
              <a:gd name="connsiteY27" fmla="*/ 1373753 h 4702819"/>
              <a:gd name="connsiteX28" fmla="*/ 3808982 w 4271120"/>
              <a:gd name="connsiteY28" fmla="*/ 1505845 h 4702819"/>
              <a:gd name="connsiteX29" fmla="*/ 3766510 w 4271120"/>
              <a:gd name="connsiteY29" fmla="*/ 1714160 h 4702819"/>
              <a:gd name="connsiteX30" fmla="*/ 3673475 w 4271120"/>
              <a:gd name="connsiteY30" fmla="*/ 1626182 h 4702819"/>
              <a:gd name="connsiteX31" fmla="*/ 3503586 w 4271120"/>
              <a:gd name="connsiteY31" fmla="*/ 1940680 h 4702819"/>
              <a:gd name="connsiteX32" fmla="*/ 3349877 w 4271120"/>
              <a:gd name="connsiteY32" fmla="*/ 1900230 h 4702819"/>
              <a:gd name="connsiteX33" fmla="*/ 3263920 w 4271120"/>
              <a:gd name="connsiteY33" fmla="*/ 1778881 h 4702819"/>
              <a:gd name="connsiteX34" fmla="*/ 2886727 w 4271120"/>
              <a:gd name="connsiteY34" fmla="*/ 1881016 h 4702819"/>
              <a:gd name="connsiteX35" fmla="*/ 3400439 w 4271120"/>
              <a:gd name="connsiteY35" fmla="*/ 1585733 h 4702819"/>
              <a:gd name="connsiteX36" fmla="*/ 2921109 w 4271120"/>
              <a:gd name="connsiteY36" fmla="*/ 1605957 h 4702819"/>
              <a:gd name="connsiteX37" fmla="*/ 2913019 w 4271120"/>
              <a:gd name="connsiteY37" fmla="*/ 1594835 h 4702819"/>
              <a:gd name="connsiteX38" fmla="*/ 3443991 w 4271120"/>
              <a:gd name="connsiteY38" fmla="*/ 1373753 h 4702819"/>
              <a:gd name="connsiteX39" fmla="*/ 0 w 4271120"/>
              <a:gd name="connsiteY39" fmla="*/ 0 h 4702819"/>
              <a:gd name="connsiteX40" fmla="*/ 115292 w 4271120"/>
              <a:gd name="connsiteY40" fmla="*/ 0 h 4702819"/>
              <a:gd name="connsiteX41" fmla="*/ 274676 w 4271120"/>
              <a:gd name="connsiteY41" fmla="*/ 0 h 4702819"/>
              <a:gd name="connsiteX42" fmla="*/ 3942724 w 4271120"/>
              <a:gd name="connsiteY42" fmla="*/ 0 h 4702819"/>
              <a:gd name="connsiteX43" fmla="*/ 3939432 w 4271120"/>
              <a:gd name="connsiteY43" fmla="*/ 53696 h 4702819"/>
              <a:gd name="connsiteX44" fmla="*/ 3684598 w 4271120"/>
              <a:gd name="connsiteY44" fmla="*/ 334822 h 4702819"/>
              <a:gd name="connsiteX45" fmla="*/ 3981904 w 4271120"/>
              <a:gd name="connsiteY45" fmla="*/ 155833 h 4702819"/>
              <a:gd name="connsiteX46" fmla="*/ 3993028 w 4271120"/>
              <a:gd name="connsiteY46" fmla="*/ 404599 h 4702819"/>
              <a:gd name="connsiteX47" fmla="*/ 3433810 w 4271120"/>
              <a:gd name="connsiteY47" fmla="*/ 635163 h 4702819"/>
              <a:gd name="connsiteX48" fmla="*/ 2283013 w 4271120"/>
              <a:gd name="connsiteY48" fmla="*/ 464262 h 4702819"/>
              <a:gd name="connsiteX49" fmla="*/ 2284025 w 4271120"/>
              <a:gd name="connsiteY49" fmla="*/ 455161 h 4702819"/>
              <a:gd name="connsiteX50" fmla="*/ 2959536 w 4271120"/>
              <a:gd name="connsiteY50" fmla="*/ 115383 h 4702819"/>
              <a:gd name="connsiteX51" fmla="*/ 2949424 w 4271120"/>
              <a:gd name="connsiteY51" fmla="*/ 107293 h 4702819"/>
              <a:gd name="connsiteX52" fmla="*/ 1789525 w 4271120"/>
              <a:gd name="connsiteY52" fmla="*/ 314598 h 4702819"/>
              <a:gd name="connsiteX53" fmla="*/ 1564018 w 4271120"/>
              <a:gd name="connsiteY53" fmla="*/ 251900 h 4702819"/>
              <a:gd name="connsiteX54" fmla="*/ 1554917 w 4271120"/>
              <a:gd name="connsiteY54" fmla="*/ 262013 h 4702819"/>
              <a:gd name="connsiteX55" fmla="*/ 2389194 w 4271120"/>
              <a:gd name="connsiteY55" fmla="*/ 907188 h 4702819"/>
              <a:gd name="connsiteX56" fmla="*/ 2159641 w 4271120"/>
              <a:gd name="connsiteY56" fmla="*/ 613927 h 4702819"/>
              <a:gd name="connsiteX57" fmla="*/ 2255710 w 4271120"/>
              <a:gd name="connsiteY57" fmla="*/ 818197 h 4702819"/>
              <a:gd name="connsiteX58" fmla="*/ 2248631 w 4271120"/>
              <a:gd name="connsiteY58" fmla="*/ 897075 h 4702819"/>
              <a:gd name="connsiteX59" fmla="*/ 2071663 w 4271120"/>
              <a:gd name="connsiteY59" fmla="*/ 706960 h 4702819"/>
              <a:gd name="connsiteX60" fmla="*/ 2063573 w 4271120"/>
              <a:gd name="connsiteY60" fmla="*/ 718085 h 4702819"/>
              <a:gd name="connsiteX61" fmla="*/ 1981662 w 4271120"/>
              <a:gd name="connsiteY61" fmla="*/ 1090223 h 4702819"/>
              <a:gd name="connsiteX62" fmla="*/ 2015034 w 4271120"/>
              <a:gd name="connsiteY62" fmla="*/ 1068987 h 4702819"/>
              <a:gd name="connsiteX63" fmla="*/ 2152563 w 4271120"/>
              <a:gd name="connsiteY63" fmla="*/ 876851 h 4702819"/>
              <a:gd name="connsiteX64" fmla="*/ 2193013 w 4271120"/>
              <a:gd name="connsiteY64" fmla="*/ 935503 h 4702819"/>
              <a:gd name="connsiteX65" fmla="*/ 2042337 w 4271120"/>
              <a:gd name="connsiteY65" fmla="*/ 1153931 h 4702819"/>
              <a:gd name="connsiteX66" fmla="*/ 1195925 w 4271120"/>
              <a:gd name="connsiteY66" fmla="*/ 1315731 h 4702819"/>
              <a:gd name="connsiteX67" fmla="*/ 1759188 w 4271120"/>
              <a:gd name="connsiteY67" fmla="*/ 1329888 h 4702819"/>
              <a:gd name="connsiteX68" fmla="*/ 1762222 w 4271120"/>
              <a:gd name="connsiteY68" fmla="*/ 1336967 h 4702819"/>
              <a:gd name="connsiteX69" fmla="*/ 1303117 w 4271120"/>
              <a:gd name="connsiteY69" fmla="*/ 1458316 h 4702819"/>
              <a:gd name="connsiteX70" fmla="*/ 1879527 w 4271120"/>
              <a:gd name="connsiteY70" fmla="*/ 1385506 h 4702819"/>
              <a:gd name="connsiteX71" fmla="*/ 1882560 w 4271120"/>
              <a:gd name="connsiteY71" fmla="*/ 1389551 h 4702819"/>
              <a:gd name="connsiteX72" fmla="*/ 1158509 w 4271120"/>
              <a:gd name="connsiteY72" fmla="*/ 1608992 h 4702819"/>
              <a:gd name="connsiteX73" fmla="*/ 1500309 w 4271120"/>
              <a:gd name="connsiteY73" fmla="*/ 1648430 h 4702819"/>
              <a:gd name="connsiteX74" fmla="*/ 1502332 w 4271120"/>
              <a:gd name="connsiteY74" fmla="*/ 1651464 h 4702819"/>
              <a:gd name="connsiteX75" fmla="*/ 1323342 w 4271120"/>
              <a:gd name="connsiteY75" fmla="*/ 1726296 h 4702819"/>
              <a:gd name="connsiteX76" fmla="*/ 1387050 w 4271120"/>
              <a:gd name="connsiteY76" fmla="*/ 1741465 h 4702819"/>
              <a:gd name="connsiteX77" fmla="*/ 1442669 w 4271120"/>
              <a:gd name="connsiteY77" fmla="*/ 1750566 h 4702819"/>
              <a:gd name="connsiteX78" fmla="*/ 1983684 w 4271120"/>
              <a:gd name="connsiteY78" fmla="*/ 1635284 h 4702819"/>
              <a:gd name="connsiteX79" fmla="*/ 2041326 w 4271120"/>
              <a:gd name="connsiteY79" fmla="*/ 1604947 h 4702819"/>
              <a:gd name="connsiteX80" fmla="*/ 1993797 w 4271120"/>
              <a:gd name="connsiteY80" fmla="*/ 1723262 h 4702819"/>
              <a:gd name="connsiteX81" fmla="*/ 1881549 w 4271120"/>
              <a:gd name="connsiteY81" fmla="*/ 1801128 h 4702819"/>
              <a:gd name="connsiteX82" fmla="*/ 1868403 w 4271120"/>
              <a:gd name="connsiteY82" fmla="*/ 1865847 h 4702819"/>
              <a:gd name="connsiteX83" fmla="*/ 1001766 w 4271120"/>
              <a:gd name="connsiteY83" fmla="*/ 1993265 h 4702819"/>
              <a:gd name="connsiteX84" fmla="*/ 999744 w 4271120"/>
              <a:gd name="connsiteY84" fmla="*/ 1993265 h 4702819"/>
              <a:gd name="connsiteX85" fmla="*/ 1477051 w 4271120"/>
              <a:gd name="connsiteY85" fmla="*/ 2115625 h 4702819"/>
              <a:gd name="connsiteX86" fmla="*/ 1478062 w 4271120"/>
              <a:gd name="connsiteY86" fmla="*/ 2118658 h 4702819"/>
              <a:gd name="connsiteX87" fmla="*/ 1337500 w 4271120"/>
              <a:gd name="connsiteY87" fmla="*/ 2160120 h 4702819"/>
              <a:gd name="connsiteX88" fmla="*/ 1830987 w 4271120"/>
              <a:gd name="connsiteY88" fmla="*/ 2044838 h 4702819"/>
              <a:gd name="connsiteX89" fmla="*/ 1840088 w 4271120"/>
              <a:gd name="connsiteY89" fmla="*/ 2054950 h 4702819"/>
              <a:gd name="connsiteX90" fmla="*/ 1610536 w 4271120"/>
              <a:gd name="connsiteY90" fmla="*/ 2209670 h 4702819"/>
              <a:gd name="connsiteX91" fmla="*/ 970417 w 4271120"/>
              <a:gd name="connsiteY91" fmla="*/ 2143940 h 4702819"/>
              <a:gd name="connsiteX92" fmla="*/ 1531659 w 4271120"/>
              <a:gd name="connsiteY92" fmla="*/ 2446302 h 4702819"/>
              <a:gd name="connsiteX93" fmla="*/ 1040194 w 4271120"/>
              <a:gd name="connsiteY93" fmla="*/ 2520123 h 4702819"/>
              <a:gd name="connsiteX94" fmla="*/ 1012890 w 4271120"/>
              <a:gd name="connsiteY94" fmla="*/ 2497875 h 4702819"/>
              <a:gd name="connsiteX95" fmla="*/ 585134 w 4271120"/>
              <a:gd name="connsiteY95" fmla="*/ 2905408 h 4702819"/>
              <a:gd name="connsiteX96" fmla="*/ 2443801 w 4271120"/>
              <a:gd name="connsiteY96" fmla="*/ 4164407 h 4702819"/>
              <a:gd name="connsiteX97" fmla="*/ 2680749 w 4271120"/>
              <a:gd name="connsiteY97" fmla="*/ 4641304 h 4702819"/>
              <a:gd name="connsiteX98" fmla="*/ 2704586 w 4271120"/>
              <a:gd name="connsiteY98" fmla="*/ 4702819 h 4702819"/>
              <a:gd name="connsiteX99" fmla="*/ 274676 w 4271120"/>
              <a:gd name="connsiteY99" fmla="*/ 4702819 h 4702819"/>
              <a:gd name="connsiteX100" fmla="*/ 115292 w 4271120"/>
              <a:gd name="connsiteY100" fmla="*/ 4702819 h 4702819"/>
              <a:gd name="connsiteX101" fmla="*/ 0 w 4271120"/>
              <a:gd name="connsiteY101" fmla="*/ 4702819 h 4702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 cap="flat">
            <a:noFill/>
            <a:prstDash val="solid"/>
            <a:miter/>
          </a:ln>
        </p:spPr>
        <p:txBody>
          <a:bodyPr rtlCol="0" anchor="ctr"/>
          <a:lstStyle/>
          <a:p>
            <a:endParaRPr lang="de-DE" sz="1351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A72F4E-48F4-48C4-AAF5-77358A958D0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4279" y="2268082"/>
            <a:ext cx="4401108" cy="1070009"/>
          </a:xfrm>
        </p:spPr>
        <p:txBody>
          <a:bodyPr lIns="0" tIns="0" rIns="0" bIns="0" anchor="b">
            <a:noAutofit/>
          </a:bodyPr>
          <a:lstStyle>
            <a:lvl1pPr algn="l"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Titelfolie (bearbeiten)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ED0E50F-2245-4DD1-8901-55D904703F4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4279" y="3494160"/>
            <a:ext cx="4401108" cy="604640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 (bearbeiten)</a:t>
            </a:r>
          </a:p>
        </p:txBody>
      </p:sp>
      <p:grpSp>
        <p:nvGrpSpPr>
          <p:cNvPr id="8" name="Grafik 6">
            <a:extLst>
              <a:ext uri="{FF2B5EF4-FFF2-40B4-BE49-F238E27FC236}">
                <a16:creationId xmlns:a16="http://schemas.microsoft.com/office/drawing/2014/main" id="{4A50CB4E-A2BD-42A4-89AF-00FBAF42EDC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22799" y="385347"/>
            <a:ext cx="1528921" cy="584196"/>
            <a:chOff x="695325" y="516229"/>
            <a:chExt cx="2556359" cy="975572"/>
          </a:xfrm>
          <a:solidFill>
            <a:schemeClr val="tx2"/>
          </a:solidFill>
        </p:grpSpPr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25C16EB5-4461-4758-A5F1-9FCFC409D904}"/>
                </a:ext>
              </a:extLst>
            </p:cNvPr>
            <p:cNvSpPr/>
            <p:nvPr/>
          </p:nvSpPr>
          <p:spPr>
            <a:xfrm>
              <a:off x="2979337" y="1251070"/>
              <a:ext cx="270992" cy="239376"/>
            </a:xfrm>
            <a:custGeom>
              <a:avLst/>
              <a:gdLst>
                <a:gd name="connsiteX0" fmla="*/ 0 w 270992"/>
                <a:gd name="connsiteY0" fmla="*/ 242086 h 239376"/>
                <a:gd name="connsiteX1" fmla="*/ 152659 w 270992"/>
                <a:gd name="connsiteY1" fmla="*/ 242086 h 239376"/>
                <a:gd name="connsiteX2" fmla="*/ 274154 w 270992"/>
                <a:gd name="connsiteY2" fmla="*/ 121043 h 239376"/>
                <a:gd name="connsiteX3" fmla="*/ 152659 w 270992"/>
                <a:gd name="connsiteY3" fmla="*/ 0 h 239376"/>
                <a:gd name="connsiteX4" fmla="*/ 0 w 270992"/>
                <a:gd name="connsiteY4" fmla="*/ 0 h 239376"/>
                <a:gd name="connsiteX5" fmla="*/ 0 w 270992"/>
                <a:gd name="connsiteY5" fmla="*/ 242086 h 239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74F2F414-99B5-4842-AE69-123A75660DF4}"/>
                </a:ext>
              </a:extLst>
            </p:cNvPr>
            <p:cNvSpPr/>
            <p:nvPr/>
          </p:nvSpPr>
          <p:spPr>
            <a:xfrm>
              <a:off x="2216494" y="728506"/>
              <a:ext cx="659414" cy="663931"/>
            </a:xfrm>
            <a:custGeom>
              <a:avLst/>
              <a:gdLst>
                <a:gd name="connsiteX0" fmla="*/ 662124 w 659414"/>
                <a:gd name="connsiteY0" fmla="*/ 0 h 663930"/>
                <a:gd name="connsiteX1" fmla="*/ 662124 w 659414"/>
                <a:gd name="connsiteY1" fmla="*/ 331965 h 663930"/>
                <a:gd name="connsiteX2" fmla="*/ 331062 w 659414"/>
                <a:gd name="connsiteY2" fmla="*/ 663931 h 663930"/>
                <a:gd name="connsiteX3" fmla="*/ 0 w 659414"/>
                <a:gd name="connsiteY3" fmla="*/ 331965 h 663930"/>
                <a:gd name="connsiteX4" fmla="*/ 0 w 659414"/>
                <a:gd name="connsiteY4" fmla="*/ 0 h 663930"/>
                <a:gd name="connsiteX5" fmla="*/ 168015 w 659414"/>
                <a:gd name="connsiteY5" fmla="*/ 0 h 663930"/>
                <a:gd name="connsiteX6" fmla="*/ 168015 w 659414"/>
                <a:gd name="connsiteY6" fmla="*/ 317513 h 663930"/>
                <a:gd name="connsiteX7" fmla="*/ 331514 w 659414"/>
                <a:gd name="connsiteY7" fmla="*/ 490496 h 663930"/>
                <a:gd name="connsiteX8" fmla="*/ 495012 w 659414"/>
                <a:gd name="connsiteY8" fmla="*/ 317513 h 663930"/>
                <a:gd name="connsiteX9" fmla="*/ 495012 w 659414"/>
                <a:gd name="connsiteY9" fmla="*/ 0 h 663930"/>
                <a:gd name="connsiteX10" fmla="*/ 662124 w 659414"/>
                <a:gd name="connsiteY10" fmla="*/ 0 h 663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2AE2AF92-0F47-4975-97EE-AD59D0F4352B}"/>
                </a:ext>
              </a:extLst>
            </p:cNvPr>
            <p:cNvSpPr/>
            <p:nvPr/>
          </p:nvSpPr>
          <p:spPr>
            <a:xfrm>
              <a:off x="695325" y="516229"/>
              <a:ext cx="659414" cy="858142"/>
            </a:xfrm>
            <a:custGeom>
              <a:avLst/>
              <a:gdLst>
                <a:gd name="connsiteX0" fmla="*/ 168015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8015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39DDEE01-97C2-45BB-8AA5-588FD5885C56}"/>
                </a:ext>
              </a:extLst>
            </p:cNvPr>
            <p:cNvSpPr/>
            <p:nvPr/>
          </p:nvSpPr>
          <p:spPr>
            <a:xfrm>
              <a:off x="1458619" y="516229"/>
              <a:ext cx="659414" cy="858142"/>
            </a:xfrm>
            <a:custGeom>
              <a:avLst/>
              <a:gdLst>
                <a:gd name="connsiteX0" fmla="*/ 167563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7563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 dirty="0"/>
            </a:p>
          </p:txBody>
        </p:sp>
      </p:grp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519CBCE6-1CEE-2E4B-97C4-E36A3F437EC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92439" y="380585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0F391E70-C53F-8E44-AE6E-23719415C8B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822275" y="385347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E5E24761-2865-1D40-A92D-0F05793A17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708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32" name="Bildplatzhalter 4">
            <a:extLst>
              <a:ext uri="{FF2B5EF4-FFF2-40B4-BE49-F238E27FC236}">
                <a16:creationId xmlns:a16="http://schemas.microsoft.com/office/drawing/2014/main" id="{6E2E5415-7F1B-EA4C-9A01-5E1F75F8631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654279" y="4151976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33" name="Bildplatzhalter 4">
            <a:extLst>
              <a:ext uri="{FF2B5EF4-FFF2-40B4-BE49-F238E27FC236}">
                <a16:creationId xmlns:a16="http://schemas.microsoft.com/office/drawing/2014/main" id="{1D6B60F0-E3D6-3343-A074-965788DB847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0874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315524F6-B2F6-E24E-91FE-A7BE6CEF8B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2288" y="4459481"/>
            <a:ext cx="2057400" cy="274183"/>
          </a:xfrm>
        </p:spPr>
        <p:txBody>
          <a:bodyPr/>
          <a:lstStyle>
            <a:lvl1pPr marL="0" indent="0">
              <a:buNone/>
              <a:defRPr sz="135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Datum (bearbeiten)</a:t>
            </a:r>
          </a:p>
        </p:txBody>
      </p:sp>
    </p:spTree>
    <p:extLst>
      <p:ext uri="{BB962C8B-B14F-4D97-AF65-F5344CB8AC3E}">
        <p14:creationId xmlns:p14="http://schemas.microsoft.com/office/powerpoint/2010/main" val="801216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991EEF65-5B2F-4153-B72A-8188920387E8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</p:grpSpPr>
        <p:sp>
          <p:nvSpPr>
            <p:cNvPr id="28" name="bk object 18">
              <a:extLst>
                <a:ext uri="{FF2B5EF4-FFF2-40B4-BE49-F238E27FC236}">
                  <a16:creationId xmlns:a16="http://schemas.microsoft.com/office/drawing/2014/main" id="{7F2B589E-3839-4C3B-92E1-F293A76DB3C1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bk object 18">
              <a:extLst>
                <a:ext uri="{FF2B5EF4-FFF2-40B4-BE49-F238E27FC236}">
                  <a16:creationId xmlns:a16="http://schemas.microsoft.com/office/drawing/2014/main" id="{8DC76EE0-F751-40CD-B7DB-DC698896789C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Holder 3">
              <a:extLst>
                <a:ext uri="{FF2B5EF4-FFF2-40B4-BE49-F238E27FC236}">
                  <a16:creationId xmlns:a16="http://schemas.microsoft.com/office/drawing/2014/main" id="{5DFAD467-705A-4EBF-B0CD-82975D99AB5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sp>
        <p:nvSpPr>
          <p:cNvPr id="26" name="Freihandform: Form 25">
            <a:extLst>
              <a:ext uri="{FF2B5EF4-FFF2-40B4-BE49-F238E27FC236}">
                <a16:creationId xmlns:a16="http://schemas.microsoft.com/office/drawing/2014/main" id="{59BE50D6-D2EF-43B9-8437-C5253F74EA60}"/>
              </a:ext>
            </a:extLst>
          </p:cNvPr>
          <p:cNvSpPr/>
          <p:nvPr userDrawn="1"/>
        </p:nvSpPr>
        <p:spPr>
          <a:xfrm>
            <a:off x="1" y="1422400"/>
            <a:ext cx="3167992" cy="3492500"/>
          </a:xfrm>
          <a:custGeom>
            <a:avLst/>
            <a:gdLst>
              <a:gd name="connsiteX0" fmla="*/ 3773588 w 4271120"/>
              <a:gd name="connsiteY0" fmla="*/ 3280579 h 4702819"/>
              <a:gd name="connsiteX1" fmla="*/ 3717970 w 4271120"/>
              <a:gd name="connsiteY1" fmla="*/ 3393838 h 4702819"/>
              <a:gd name="connsiteX2" fmla="*/ 3755385 w 4271120"/>
              <a:gd name="connsiteY2" fmla="*/ 3541480 h 4702819"/>
              <a:gd name="connsiteX3" fmla="*/ 3742240 w 4271120"/>
              <a:gd name="connsiteY3" fmla="*/ 3544514 h 4702819"/>
              <a:gd name="connsiteX4" fmla="*/ 3594598 w 4271120"/>
              <a:gd name="connsiteY4" fmla="*/ 3403951 h 4702819"/>
              <a:gd name="connsiteX5" fmla="*/ 3773588 w 4271120"/>
              <a:gd name="connsiteY5" fmla="*/ 3280579 h 4702819"/>
              <a:gd name="connsiteX6" fmla="*/ 3937409 w 4271120"/>
              <a:gd name="connsiteY6" fmla="*/ 2981250 h 4702819"/>
              <a:gd name="connsiteX7" fmla="*/ 3833252 w 4271120"/>
              <a:gd name="connsiteY7" fmla="*/ 3118780 h 4702819"/>
              <a:gd name="connsiteX8" fmla="*/ 3480327 w 4271120"/>
              <a:gd name="connsiteY8" fmla="*/ 3142039 h 4702819"/>
              <a:gd name="connsiteX9" fmla="*/ 3488417 w 4271120"/>
              <a:gd name="connsiteY9" fmla="*/ 3070240 h 4702819"/>
              <a:gd name="connsiteX10" fmla="*/ 3802914 w 4271120"/>
              <a:gd name="connsiteY10" fmla="*/ 3008554 h 4702819"/>
              <a:gd name="connsiteX11" fmla="*/ 3937409 w 4271120"/>
              <a:gd name="connsiteY11" fmla="*/ 2981250 h 4702819"/>
              <a:gd name="connsiteX12" fmla="*/ 1530647 w 4271120"/>
              <a:gd name="connsiteY12" fmla="*/ 2816671 h 4702819"/>
              <a:gd name="connsiteX13" fmla="*/ 1538737 w 4271120"/>
              <a:gd name="connsiteY13" fmla="*/ 2820463 h 4702819"/>
              <a:gd name="connsiteX14" fmla="*/ 1944246 w 4271120"/>
              <a:gd name="connsiteY14" fmla="*/ 3409008 h 4702819"/>
              <a:gd name="connsiteX15" fmla="*/ 3606733 w 4271120"/>
              <a:gd name="connsiteY15" fmla="*/ 3913618 h 4702819"/>
              <a:gd name="connsiteX16" fmla="*/ 3607744 w 4271120"/>
              <a:gd name="connsiteY16" fmla="*/ 3926765 h 4702819"/>
              <a:gd name="connsiteX17" fmla="*/ 2423576 w 4271120"/>
              <a:gd name="connsiteY17" fmla="*/ 3894405 h 4702819"/>
              <a:gd name="connsiteX18" fmla="*/ 2077731 w 4271120"/>
              <a:gd name="connsiteY18" fmla="*/ 3806426 h 4702819"/>
              <a:gd name="connsiteX19" fmla="*/ 1525591 w 4271120"/>
              <a:gd name="connsiteY19" fmla="*/ 2823496 h 4702819"/>
              <a:gd name="connsiteX20" fmla="*/ 1530647 w 4271120"/>
              <a:gd name="connsiteY20" fmla="*/ 2816671 h 4702819"/>
              <a:gd name="connsiteX21" fmla="*/ 3996062 w 4271120"/>
              <a:gd name="connsiteY21" fmla="*/ 2605067 h 4702819"/>
              <a:gd name="connsiteX22" fmla="*/ 4271120 w 4271120"/>
              <a:gd name="connsiteY22" fmla="*/ 2676866 h 4702819"/>
              <a:gd name="connsiteX23" fmla="*/ 4008197 w 4271120"/>
              <a:gd name="connsiteY23" fmla="*/ 2693046 h 4702819"/>
              <a:gd name="connsiteX24" fmla="*/ 3829207 w 4271120"/>
              <a:gd name="connsiteY24" fmla="*/ 2680911 h 4702819"/>
              <a:gd name="connsiteX25" fmla="*/ 3670441 w 4271120"/>
              <a:gd name="connsiteY25" fmla="*/ 2642484 h 4702819"/>
              <a:gd name="connsiteX26" fmla="*/ 3996062 w 4271120"/>
              <a:gd name="connsiteY26" fmla="*/ 2605067 h 4702819"/>
              <a:gd name="connsiteX27" fmla="*/ 3443991 w 4271120"/>
              <a:gd name="connsiteY27" fmla="*/ 1373753 h 4702819"/>
              <a:gd name="connsiteX28" fmla="*/ 3808982 w 4271120"/>
              <a:gd name="connsiteY28" fmla="*/ 1505845 h 4702819"/>
              <a:gd name="connsiteX29" fmla="*/ 3766510 w 4271120"/>
              <a:gd name="connsiteY29" fmla="*/ 1714160 h 4702819"/>
              <a:gd name="connsiteX30" fmla="*/ 3673475 w 4271120"/>
              <a:gd name="connsiteY30" fmla="*/ 1626182 h 4702819"/>
              <a:gd name="connsiteX31" fmla="*/ 3503586 w 4271120"/>
              <a:gd name="connsiteY31" fmla="*/ 1940680 h 4702819"/>
              <a:gd name="connsiteX32" fmla="*/ 3349877 w 4271120"/>
              <a:gd name="connsiteY32" fmla="*/ 1900230 h 4702819"/>
              <a:gd name="connsiteX33" fmla="*/ 3263920 w 4271120"/>
              <a:gd name="connsiteY33" fmla="*/ 1778881 h 4702819"/>
              <a:gd name="connsiteX34" fmla="*/ 2886727 w 4271120"/>
              <a:gd name="connsiteY34" fmla="*/ 1881016 h 4702819"/>
              <a:gd name="connsiteX35" fmla="*/ 3400439 w 4271120"/>
              <a:gd name="connsiteY35" fmla="*/ 1585733 h 4702819"/>
              <a:gd name="connsiteX36" fmla="*/ 2921109 w 4271120"/>
              <a:gd name="connsiteY36" fmla="*/ 1605957 h 4702819"/>
              <a:gd name="connsiteX37" fmla="*/ 2913019 w 4271120"/>
              <a:gd name="connsiteY37" fmla="*/ 1594835 h 4702819"/>
              <a:gd name="connsiteX38" fmla="*/ 3443991 w 4271120"/>
              <a:gd name="connsiteY38" fmla="*/ 1373753 h 4702819"/>
              <a:gd name="connsiteX39" fmla="*/ 0 w 4271120"/>
              <a:gd name="connsiteY39" fmla="*/ 0 h 4702819"/>
              <a:gd name="connsiteX40" fmla="*/ 115292 w 4271120"/>
              <a:gd name="connsiteY40" fmla="*/ 0 h 4702819"/>
              <a:gd name="connsiteX41" fmla="*/ 274676 w 4271120"/>
              <a:gd name="connsiteY41" fmla="*/ 0 h 4702819"/>
              <a:gd name="connsiteX42" fmla="*/ 3942724 w 4271120"/>
              <a:gd name="connsiteY42" fmla="*/ 0 h 4702819"/>
              <a:gd name="connsiteX43" fmla="*/ 3939432 w 4271120"/>
              <a:gd name="connsiteY43" fmla="*/ 53696 h 4702819"/>
              <a:gd name="connsiteX44" fmla="*/ 3684598 w 4271120"/>
              <a:gd name="connsiteY44" fmla="*/ 334822 h 4702819"/>
              <a:gd name="connsiteX45" fmla="*/ 3981904 w 4271120"/>
              <a:gd name="connsiteY45" fmla="*/ 155833 h 4702819"/>
              <a:gd name="connsiteX46" fmla="*/ 3993028 w 4271120"/>
              <a:gd name="connsiteY46" fmla="*/ 404599 h 4702819"/>
              <a:gd name="connsiteX47" fmla="*/ 3433810 w 4271120"/>
              <a:gd name="connsiteY47" fmla="*/ 635163 h 4702819"/>
              <a:gd name="connsiteX48" fmla="*/ 2283013 w 4271120"/>
              <a:gd name="connsiteY48" fmla="*/ 464262 h 4702819"/>
              <a:gd name="connsiteX49" fmla="*/ 2284025 w 4271120"/>
              <a:gd name="connsiteY49" fmla="*/ 455161 h 4702819"/>
              <a:gd name="connsiteX50" fmla="*/ 2959536 w 4271120"/>
              <a:gd name="connsiteY50" fmla="*/ 115383 h 4702819"/>
              <a:gd name="connsiteX51" fmla="*/ 2949424 w 4271120"/>
              <a:gd name="connsiteY51" fmla="*/ 107293 h 4702819"/>
              <a:gd name="connsiteX52" fmla="*/ 1789525 w 4271120"/>
              <a:gd name="connsiteY52" fmla="*/ 314598 h 4702819"/>
              <a:gd name="connsiteX53" fmla="*/ 1564018 w 4271120"/>
              <a:gd name="connsiteY53" fmla="*/ 251900 h 4702819"/>
              <a:gd name="connsiteX54" fmla="*/ 1554917 w 4271120"/>
              <a:gd name="connsiteY54" fmla="*/ 262013 h 4702819"/>
              <a:gd name="connsiteX55" fmla="*/ 2389194 w 4271120"/>
              <a:gd name="connsiteY55" fmla="*/ 907188 h 4702819"/>
              <a:gd name="connsiteX56" fmla="*/ 2159641 w 4271120"/>
              <a:gd name="connsiteY56" fmla="*/ 613927 h 4702819"/>
              <a:gd name="connsiteX57" fmla="*/ 2255710 w 4271120"/>
              <a:gd name="connsiteY57" fmla="*/ 818197 h 4702819"/>
              <a:gd name="connsiteX58" fmla="*/ 2248631 w 4271120"/>
              <a:gd name="connsiteY58" fmla="*/ 897075 h 4702819"/>
              <a:gd name="connsiteX59" fmla="*/ 2071663 w 4271120"/>
              <a:gd name="connsiteY59" fmla="*/ 706960 h 4702819"/>
              <a:gd name="connsiteX60" fmla="*/ 2063573 w 4271120"/>
              <a:gd name="connsiteY60" fmla="*/ 718085 h 4702819"/>
              <a:gd name="connsiteX61" fmla="*/ 1981662 w 4271120"/>
              <a:gd name="connsiteY61" fmla="*/ 1090223 h 4702819"/>
              <a:gd name="connsiteX62" fmla="*/ 2015034 w 4271120"/>
              <a:gd name="connsiteY62" fmla="*/ 1068987 h 4702819"/>
              <a:gd name="connsiteX63" fmla="*/ 2152563 w 4271120"/>
              <a:gd name="connsiteY63" fmla="*/ 876851 h 4702819"/>
              <a:gd name="connsiteX64" fmla="*/ 2193013 w 4271120"/>
              <a:gd name="connsiteY64" fmla="*/ 935503 h 4702819"/>
              <a:gd name="connsiteX65" fmla="*/ 2042337 w 4271120"/>
              <a:gd name="connsiteY65" fmla="*/ 1153931 h 4702819"/>
              <a:gd name="connsiteX66" fmla="*/ 1195925 w 4271120"/>
              <a:gd name="connsiteY66" fmla="*/ 1315731 h 4702819"/>
              <a:gd name="connsiteX67" fmla="*/ 1759188 w 4271120"/>
              <a:gd name="connsiteY67" fmla="*/ 1329888 h 4702819"/>
              <a:gd name="connsiteX68" fmla="*/ 1762222 w 4271120"/>
              <a:gd name="connsiteY68" fmla="*/ 1336967 h 4702819"/>
              <a:gd name="connsiteX69" fmla="*/ 1303117 w 4271120"/>
              <a:gd name="connsiteY69" fmla="*/ 1458316 h 4702819"/>
              <a:gd name="connsiteX70" fmla="*/ 1879527 w 4271120"/>
              <a:gd name="connsiteY70" fmla="*/ 1385506 h 4702819"/>
              <a:gd name="connsiteX71" fmla="*/ 1882560 w 4271120"/>
              <a:gd name="connsiteY71" fmla="*/ 1389551 h 4702819"/>
              <a:gd name="connsiteX72" fmla="*/ 1158509 w 4271120"/>
              <a:gd name="connsiteY72" fmla="*/ 1608992 h 4702819"/>
              <a:gd name="connsiteX73" fmla="*/ 1500309 w 4271120"/>
              <a:gd name="connsiteY73" fmla="*/ 1648430 h 4702819"/>
              <a:gd name="connsiteX74" fmla="*/ 1502332 w 4271120"/>
              <a:gd name="connsiteY74" fmla="*/ 1651464 h 4702819"/>
              <a:gd name="connsiteX75" fmla="*/ 1323342 w 4271120"/>
              <a:gd name="connsiteY75" fmla="*/ 1726296 h 4702819"/>
              <a:gd name="connsiteX76" fmla="*/ 1387050 w 4271120"/>
              <a:gd name="connsiteY76" fmla="*/ 1741465 h 4702819"/>
              <a:gd name="connsiteX77" fmla="*/ 1442669 w 4271120"/>
              <a:gd name="connsiteY77" fmla="*/ 1750566 h 4702819"/>
              <a:gd name="connsiteX78" fmla="*/ 1983684 w 4271120"/>
              <a:gd name="connsiteY78" fmla="*/ 1635284 h 4702819"/>
              <a:gd name="connsiteX79" fmla="*/ 2041326 w 4271120"/>
              <a:gd name="connsiteY79" fmla="*/ 1604947 h 4702819"/>
              <a:gd name="connsiteX80" fmla="*/ 1993797 w 4271120"/>
              <a:gd name="connsiteY80" fmla="*/ 1723262 h 4702819"/>
              <a:gd name="connsiteX81" fmla="*/ 1881549 w 4271120"/>
              <a:gd name="connsiteY81" fmla="*/ 1801128 h 4702819"/>
              <a:gd name="connsiteX82" fmla="*/ 1868403 w 4271120"/>
              <a:gd name="connsiteY82" fmla="*/ 1865847 h 4702819"/>
              <a:gd name="connsiteX83" fmla="*/ 1001766 w 4271120"/>
              <a:gd name="connsiteY83" fmla="*/ 1993265 h 4702819"/>
              <a:gd name="connsiteX84" fmla="*/ 999744 w 4271120"/>
              <a:gd name="connsiteY84" fmla="*/ 1993265 h 4702819"/>
              <a:gd name="connsiteX85" fmla="*/ 1477051 w 4271120"/>
              <a:gd name="connsiteY85" fmla="*/ 2115625 h 4702819"/>
              <a:gd name="connsiteX86" fmla="*/ 1478062 w 4271120"/>
              <a:gd name="connsiteY86" fmla="*/ 2118658 h 4702819"/>
              <a:gd name="connsiteX87" fmla="*/ 1337500 w 4271120"/>
              <a:gd name="connsiteY87" fmla="*/ 2160120 h 4702819"/>
              <a:gd name="connsiteX88" fmla="*/ 1830987 w 4271120"/>
              <a:gd name="connsiteY88" fmla="*/ 2044838 h 4702819"/>
              <a:gd name="connsiteX89" fmla="*/ 1840088 w 4271120"/>
              <a:gd name="connsiteY89" fmla="*/ 2054950 h 4702819"/>
              <a:gd name="connsiteX90" fmla="*/ 1610536 w 4271120"/>
              <a:gd name="connsiteY90" fmla="*/ 2209670 h 4702819"/>
              <a:gd name="connsiteX91" fmla="*/ 970417 w 4271120"/>
              <a:gd name="connsiteY91" fmla="*/ 2143940 h 4702819"/>
              <a:gd name="connsiteX92" fmla="*/ 1531659 w 4271120"/>
              <a:gd name="connsiteY92" fmla="*/ 2446302 h 4702819"/>
              <a:gd name="connsiteX93" fmla="*/ 1040194 w 4271120"/>
              <a:gd name="connsiteY93" fmla="*/ 2520123 h 4702819"/>
              <a:gd name="connsiteX94" fmla="*/ 1012890 w 4271120"/>
              <a:gd name="connsiteY94" fmla="*/ 2497875 h 4702819"/>
              <a:gd name="connsiteX95" fmla="*/ 585134 w 4271120"/>
              <a:gd name="connsiteY95" fmla="*/ 2905408 h 4702819"/>
              <a:gd name="connsiteX96" fmla="*/ 2443801 w 4271120"/>
              <a:gd name="connsiteY96" fmla="*/ 4164407 h 4702819"/>
              <a:gd name="connsiteX97" fmla="*/ 2680749 w 4271120"/>
              <a:gd name="connsiteY97" fmla="*/ 4641304 h 4702819"/>
              <a:gd name="connsiteX98" fmla="*/ 2704586 w 4271120"/>
              <a:gd name="connsiteY98" fmla="*/ 4702819 h 4702819"/>
              <a:gd name="connsiteX99" fmla="*/ 274676 w 4271120"/>
              <a:gd name="connsiteY99" fmla="*/ 4702819 h 4702819"/>
              <a:gd name="connsiteX100" fmla="*/ 115292 w 4271120"/>
              <a:gd name="connsiteY100" fmla="*/ 4702819 h 4702819"/>
              <a:gd name="connsiteX101" fmla="*/ 0 w 4271120"/>
              <a:gd name="connsiteY101" fmla="*/ 4702819 h 4702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de-DE" sz="1351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A72F4E-48F4-48C4-AAF5-77358A958D0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6536" y="2899361"/>
            <a:ext cx="6399768" cy="540727"/>
          </a:xfrm>
        </p:spPr>
        <p:txBody>
          <a:bodyPr lIns="0" tIns="0" rIns="0" bIns="0" anchor="b">
            <a:noAutofit/>
          </a:bodyPr>
          <a:lstStyle>
            <a:lvl1pPr algn="l"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Titelfolie (bearbeiten)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ED0E50F-2245-4DD1-8901-55D904703F4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6536" y="3512495"/>
            <a:ext cx="6399768" cy="60464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 (bearbeiten)</a:t>
            </a:r>
          </a:p>
        </p:txBody>
      </p:sp>
      <p:grpSp>
        <p:nvGrpSpPr>
          <p:cNvPr id="13" name="Grafik 6">
            <a:extLst>
              <a:ext uri="{FF2B5EF4-FFF2-40B4-BE49-F238E27FC236}">
                <a16:creationId xmlns:a16="http://schemas.microsoft.com/office/drawing/2014/main" id="{8AC3E5BE-9275-472F-AEB2-C4DA849B9A5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22799" y="385347"/>
            <a:ext cx="1528921" cy="584196"/>
            <a:chOff x="695325" y="516229"/>
            <a:chExt cx="2556359" cy="975572"/>
          </a:xfrm>
          <a:solidFill>
            <a:schemeClr val="tx2"/>
          </a:solidFill>
        </p:grpSpPr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8A45B3C2-1CA4-47B2-9CD9-00EEF9D615AF}"/>
                </a:ext>
              </a:extLst>
            </p:cNvPr>
            <p:cNvSpPr/>
            <p:nvPr/>
          </p:nvSpPr>
          <p:spPr>
            <a:xfrm>
              <a:off x="2979337" y="1251070"/>
              <a:ext cx="270992" cy="239376"/>
            </a:xfrm>
            <a:custGeom>
              <a:avLst/>
              <a:gdLst>
                <a:gd name="connsiteX0" fmla="*/ 0 w 270992"/>
                <a:gd name="connsiteY0" fmla="*/ 242086 h 239376"/>
                <a:gd name="connsiteX1" fmla="*/ 152659 w 270992"/>
                <a:gd name="connsiteY1" fmla="*/ 242086 h 239376"/>
                <a:gd name="connsiteX2" fmla="*/ 274154 w 270992"/>
                <a:gd name="connsiteY2" fmla="*/ 121043 h 239376"/>
                <a:gd name="connsiteX3" fmla="*/ 152659 w 270992"/>
                <a:gd name="connsiteY3" fmla="*/ 0 h 239376"/>
                <a:gd name="connsiteX4" fmla="*/ 0 w 270992"/>
                <a:gd name="connsiteY4" fmla="*/ 0 h 239376"/>
                <a:gd name="connsiteX5" fmla="*/ 0 w 270992"/>
                <a:gd name="connsiteY5" fmla="*/ 242086 h 239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3243C064-66AF-4F89-A61C-8EAA80446B16}"/>
                </a:ext>
              </a:extLst>
            </p:cNvPr>
            <p:cNvSpPr/>
            <p:nvPr/>
          </p:nvSpPr>
          <p:spPr>
            <a:xfrm>
              <a:off x="2216494" y="728506"/>
              <a:ext cx="659414" cy="663931"/>
            </a:xfrm>
            <a:custGeom>
              <a:avLst/>
              <a:gdLst>
                <a:gd name="connsiteX0" fmla="*/ 662124 w 659414"/>
                <a:gd name="connsiteY0" fmla="*/ 0 h 663930"/>
                <a:gd name="connsiteX1" fmla="*/ 662124 w 659414"/>
                <a:gd name="connsiteY1" fmla="*/ 331965 h 663930"/>
                <a:gd name="connsiteX2" fmla="*/ 331062 w 659414"/>
                <a:gd name="connsiteY2" fmla="*/ 663931 h 663930"/>
                <a:gd name="connsiteX3" fmla="*/ 0 w 659414"/>
                <a:gd name="connsiteY3" fmla="*/ 331965 h 663930"/>
                <a:gd name="connsiteX4" fmla="*/ 0 w 659414"/>
                <a:gd name="connsiteY4" fmla="*/ 0 h 663930"/>
                <a:gd name="connsiteX5" fmla="*/ 168015 w 659414"/>
                <a:gd name="connsiteY5" fmla="*/ 0 h 663930"/>
                <a:gd name="connsiteX6" fmla="*/ 168015 w 659414"/>
                <a:gd name="connsiteY6" fmla="*/ 317513 h 663930"/>
                <a:gd name="connsiteX7" fmla="*/ 331514 w 659414"/>
                <a:gd name="connsiteY7" fmla="*/ 490496 h 663930"/>
                <a:gd name="connsiteX8" fmla="*/ 495012 w 659414"/>
                <a:gd name="connsiteY8" fmla="*/ 317513 h 663930"/>
                <a:gd name="connsiteX9" fmla="*/ 495012 w 659414"/>
                <a:gd name="connsiteY9" fmla="*/ 0 h 663930"/>
                <a:gd name="connsiteX10" fmla="*/ 662124 w 659414"/>
                <a:gd name="connsiteY10" fmla="*/ 0 h 663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5E875C2F-2AC0-45DD-9626-129486821205}"/>
                </a:ext>
              </a:extLst>
            </p:cNvPr>
            <p:cNvSpPr/>
            <p:nvPr/>
          </p:nvSpPr>
          <p:spPr>
            <a:xfrm>
              <a:off x="695325" y="516229"/>
              <a:ext cx="659414" cy="858142"/>
            </a:xfrm>
            <a:custGeom>
              <a:avLst/>
              <a:gdLst>
                <a:gd name="connsiteX0" fmla="*/ 168015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8015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2F1F040A-4C25-4A9B-91CF-4997C0E3FA28}"/>
                </a:ext>
              </a:extLst>
            </p:cNvPr>
            <p:cNvSpPr/>
            <p:nvPr/>
          </p:nvSpPr>
          <p:spPr>
            <a:xfrm>
              <a:off x="1458619" y="516229"/>
              <a:ext cx="659414" cy="858142"/>
            </a:xfrm>
            <a:custGeom>
              <a:avLst/>
              <a:gdLst>
                <a:gd name="connsiteX0" fmla="*/ 167563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7563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</p:grpSp>
      <p:sp>
        <p:nvSpPr>
          <p:cNvPr id="24" name="Bildplatzhalter 4">
            <a:extLst>
              <a:ext uri="{FF2B5EF4-FFF2-40B4-BE49-F238E27FC236}">
                <a16:creationId xmlns:a16="http://schemas.microsoft.com/office/drawing/2014/main" id="{4546E641-A9D5-9A47-9F76-2734E5A68A2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92439" y="380585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0679E3DD-A5E0-9442-80E4-78F5371D29B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822275" y="385347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31" name="Bildplatzhalter 4">
            <a:extLst>
              <a:ext uri="{FF2B5EF4-FFF2-40B4-BE49-F238E27FC236}">
                <a16:creationId xmlns:a16="http://schemas.microsoft.com/office/drawing/2014/main" id="{2EF12A4D-9E8B-6D48-B319-03F9AB23CB5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708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32" name="Bildplatzhalter 4">
            <a:extLst>
              <a:ext uri="{FF2B5EF4-FFF2-40B4-BE49-F238E27FC236}">
                <a16:creationId xmlns:a16="http://schemas.microsoft.com/office/drawing/2014/main" id="{C9076294-3FF7-9C4E-9E9C-734FEDF8CD7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654279" y="4151976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33" name="Bildplatzhalter 4">
            <a:extLst>
              <a:ext uri="{FF2B5EF4-FFF2-40B4-BE49-F238E27FC236}">
                <a16:creationId xmlns:a16="http://schemas.microsoft.com/office/drawing/2014/main" id="{402837B2-EE3A-BB49-8729-EE20976AD00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0874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34" name="Textplatzhalter 22">
            <a:extLst>
              <a:ext uri="{FF2B5EF4-FFF2-40B4-BE49-F238E27FC236}">
                <a16:creationId xmlns:a16="http://schemas.microsoft.com/office/drawing/2014/main" id="{3F468D62-B29F-1948-8A54-6EE8881E373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2288" y="4459481"/>
            <a:ext cx="2057400" cy="274183"/>
          </a:xfrm>
        </p:spPr>
        <p:txBody>
          <a:bodyPr/>
          <a:lstStyle>
            <a:lvl1pPr marL="0" indent="0">
              <a:buNone/>
              <a:defRPr sz="135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Datum (bearbeiten)</a:t>
            </a:r>
          </a:p>
        </p:txBody>
      </p:sp>
    </p:spTree>
    <p:extLst>
      <p:ext uri="{BB962C8B-B14F-4D97-AF65-F5344CB8AC3E}">
        <p14:creationId xmlns:p14="http://schemas.microsoft.com/office/powerpoint/2010/main" val="3075076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2A319C61-FBE7-466D-8041-BA328224720B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  <a:solidFill>
            <a:schemeClr val="tx2"/>
          </a:solidFill>
        </p:grpSpPr>
        <p:sp>
          <p:nvSpPr>
            <p:cNvPr id="27" name="bk object 18">
              <a:extLst>
                <a:ext uri="{FF2B5EF4-FFF2-40B4-BE49-F238E27FC236}">
                  <a16:creationId xmlns:a16="http://schemas.microsoft.com/office/drawing/2014/main" id="{6943C0CE-1EA2-499D-ACFC-7FAE777D4885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bk object 18">
              <a:extLst>
                <a:ext uri="{FF2B5EF4-FFF2-40B4-BE49-F238E27FC236}">
                  <a16:creationId xmlns:a16="http://schemas.microsoft.com/office/drawing/2014/main" id="{C64DCA2F-E670-44CF-8CCD-A8817BCDFE08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Holder 3">
              <a:extLst>
                <a:ext uri="{FF2B5EF4-FFF2-40B4-BE49-F238E27FC236}">
                  <a16:creationId xmlns:a16="http://schemas.microsoft.com/office/drawing/2014/main" id="{39C16D6C-600C-4A10-95E4-95BF4999FC19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  <a:grpFill/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26A72F4E-48F4-48C4-AAF5-77358A958D0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6536" y="2331598"/>
            <a:ext cx="6399768" cy="1108490"/>
          </a:xfrm>
        </p:spPr>
        <p:txBody>
          <a:bodyPr lIns="0" tIns="0" rIns="0" bIns="0" anchor="b">
            <a:noAutofit/>
          </a:bodyPr>
          <a:lstStyle>
            <a:lvl1pPr algn="l"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Titelfolie (bearbeiten)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ED0E50F-2245-4DD1-8901-55D904703F4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6536" y="3512495"/>
            <a:ext cx="6399768" cy="60464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 (bearbeiten)</a:t>
            </a:r>
          </a:p>
        </p:txBody>
      </p:sp>
      <p:grpSp>
        <p:nvGrpSpPr>
          <p:cNvPr id="13" name="Grafik 6">
            <a:extLst>
              <a:ext uri="{FF2B5EF4-FFF2-40B4-BE49-F238E27FC236}">
                <a16:creationId xmlns:a16="http://schemas.microsoft.com/office/drawing/2014/main" id="{018F5287-7D90-4427-B223-AB51C34FB46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22799" y="385347"/>
            <a:ext cx="1528921" cy="584196"/>
            <a:chOff x="695325" y="516229"/>
            <a:chExt cx="2556359" cy="975572"/>
          </a:xfrm>
          <a:solidFill>
            <a:schemeClr val="tx2"/>
          </a:solidFill>
        </p:grpSpPr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949CBA05-EE3B-40FD-B566-67D594E41B9E}"/>
                </a:ext>
              </a:extLst>
            </p:cNvPr>
            <p:cNvSpPr/>
            <p:nvPr/>
          </p:nvSpPr>
          <p:spPr>
            <a:xfrm>
              <a:off x="2979337" y="1251070"/>
              <a:ext cx="270992" cy="239376"/>
            </a:xfrm>
            <a:custGeom>
              <a:avLst/>
              <a:gdLst>
                <a:gd name="connsiteX0" fmla="*/ 0 w 270992"/>
                <a:gd name="connsiteY0" fmla="*/ 242086 h 239376"/>
                <a:gd name="connsiteX1" fmla="*/ 152659 w 270992"/>
                <a:gd name="connsiteY1" fmla="*/ 242086 h 239376"/>
                <a:gd name="connsiteX2" fmla="*/ 274154 w 270992"/>
                <a:gd name="connsiteY2" fmla="*/ 121043 h 239376"/>
                <a:gd name="connsiteX3" fmla="*/ 152659 w 270992"/>
                <a:gd name="connsiteY3" fmla="*/ 0 h 239376"/>
                <a:gd name="connsiteX4" fmla="*/ 0 w 270992"/>
                <a:gd name="connsiteY4" fmla="*/ 0 h 239376"/>
                <a:gd name="connsiteX5" fmla="*/ 0 w 270992"/>
                <a:gd name="connsiteY5" fmla="*/ 242086 h 239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73274AB8-A508-4076-9FF6-7AE09BB7827C}"/>
                </a:ext>
              </a:extLst>
            </p:cNvPr>
            <p:cNvSpPr/>
            <p:nvPr/>
          </p:nvSpPr>
          <p:spPr>
            <a:xfrm>
              <a:off x="2216494" y="728506"/>
              <a:ext cx="659414" cy="663931"/>
            </a:xfrm>
            <a:custGeom>
              <a:avLst/>
              <a:gdLst>
                <a:gd name="connsiteX0" fmla="*/ 662124 w 659414"/>
                <a:gd name="connsiteY0" fmla="*/ 0 h 663930"/>
                <a:gd name="connsiteX1" fmla="*/ 662124 w 659414"/>
                <a:gd name="connsiteY1" fmla="*/ 331965 h 663930"/>
                <a:gd name="connsiteX2" fmla="*/ 331062 w 659414"/>
                <a:gd name="connsiteY2" fmla="*/ 663931 h 663930"/>
                <a:gd name="connsiteX3" fmla="*/ 0 w 659414"/>
                <a:gd name="connsiteY3" fmla="*/ 331965 h 663930"/>
                <a:gd name="connsiteX4" fmla="*/ 0 w 659414"/>
                <a:gd name="connsiteY4" fmla="*/ 0 h 663930"/>
                <a:gd name="connsiteX5" fmla="*/ 168015 w 659414"/>
                <a:gd name="connsiteY5" fmla="*/ 0 h 663930"/>
                <a:gd name="connsiteX6" fmla="*/ 168015 w 659414"/>
                <a:gd name="connsiteY6" fmla="*/ 317513 h 663930"/>
                <a:gd name="connsiteX7" fmla="*/ 331514 w 659414"/>
                <a:gd name="connsiteY7" fmla="*/ 490496 h 663930"/>
                <a:gd name="connsiteX8" fmla="*/ 495012 w 659414"/>
                <a:gd name="connsiteY8" fmla="*/ 317513 h 663930"/>
                <a:gd name="connsiteX9" fmla="*/ 495012 w 659414"/>
                <a:gd name="connsiteY9" fmla="*/ 0 h 663930"/>
                <a:gd name="connsiteX10" fmla="*/ 662124 w 659414"/>
                <a:gd name="connsiteY10" fmla="*/ 0 h 663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A0060672-D990-46D3-A86C-D3F5FB08D442}"/>
                </a:ext>
              </a:extLst>
            </p:cNvPr>
            <p:cNvSpPr/>
            <p:nvPr/>
          </p:nvSpPr>
          <p:spPr>
            <a:xfrm>
              <a:off x="695325" y="516229"/>
              <a:ext cx="659414" cy="858142"/>
            </a:xfrm>
            <a:custGeom>
              <a:avLst/>
              <a:gdLst>
                <a:gd name="connsiteX0" fmla="*/ 168015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8015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7FB0B066-EC76-4017-ACF3-B5105457A388}"/>
                </a:ext>
              </a:extLst>
            </p:cNvPr>
            <p:cNvSpPr/>
            <p:nvPr/>
          </p:nvSpPr>
          <p:spPr>
            <a:xfrm>
              <a:off x="1458619" y="516229"/>
              <a:ext cx="659414" cy="858142"/>
            </a:xfrm>
            <a:custGeom>
              <a:avLst/>
              <a:gdLst>
                <a:gd name="connsiteX0" fmla="*/ 167563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7563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</p:grpSp>
      <p:sp>
        <p:nvSpPr>
          <p:cNvPr id="22" name="Bildplatzhalter 4">
            <a:extLst>
              <a:ext uri="{FF2B5EF4-FFF2-40B4-BE49-F238E27FC236}">
                <a16:creationId xmlns:a16="http://schemas.microsoft.com/office/drawing/2014/main" id="{03E97028-859A-C34B-BA69-FE65392BD5C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92439" y="380585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23" name="Bildplatzhalter 4">
            <a:extLst>
              <a:ext uri="{FF2B5EF4-FFF2-40B4-BE49-F238E27FC236}">
                <a16:creationId xmlns:a16="http://schemas.microsoft.com/office/drawing/2014/main" id="{5A992989-D88F-904A-82A9-2CECB1EC29C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822275" y="385347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24" name="Bildplatzhalter 4">
            <a:extLst>
              <a:ext uri="{FF2B5EF4-FFF2-40B4-BE49-F238E27FC236}">
                <a16:creationId xmlns:a16="http://schemas.microsoft.com/office/drawing/2014/main" id="{1D43BA97-CCC3-C745-9C93-62FFC1864A4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708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F49ABE06-6658-974E-AB25-5DDB34A0CD2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654279" y="4151976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30" name="Bildplatzhalter 4">
            <a:extLst>
              <a:ext uri="{FF2B5EF4-FFF2-40B4-BE49-F238E27FC236}">
                <a16:creationId xmlns:a16="http://schemas.microsoft.com/office/drawing/2014/main" id="{76F20FCB-C090-BA4C-A643-DDAF7FA315D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0874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31" name="Textplatzhalter 22">
            <a:extLst>
              <a:ext uri="{FF2B5EF4-FFF2-40B4-BE49-F238E27FC236}">
                <a16:creationId xmlns:a16="http://schemas.microsoft.com/office/drawing/2014/main" id="{BA467741-5272-AC4D-9B23-E74C3927F43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2288" y="4459481"/>
            <a:ext cx="2057400" cy="274183"/>
          </a:xfrm>
        </p:spPr>
        <p:txBody>
          <a:bodyPr/>
          <a:lstStyle>
            <a:lvl1pPr marL="0" indent="0">
              <a:buNone/>
              <a:defRPr sz="135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Datum (bearbeiten)</a:t>
            </a:r>
          </a:p>
        </p:txBody>
      </p:sp>
    </p:spTree>
    <p:extLst>
      <p:ext uri="{BB962C8B-B14F-4D97-AF65-F5344CB8AC3E}">
        <p14:creationId xmlns:p14="http://schemas.microsoft.com/office/powerpoint/2010/main" val="1167353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Bild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3C014E30-33A3-475F-B8A0-9E84E311170A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  <a:solidFill>
            <a:schemeClr val="tx2"/>
          </a:solidFill>
        </p:grpSpPr>
        <p:sp>
          <p:nvSpPr>
            <p:cNvPr id="30" name="bk object 18">
              <a:extLst>
                <a:ext uri="{FF2B5EF4-FFF2-40B4-BE49-F238E27FC236}">
                  <a16:creationId xmlns:a16="http://schemas.microsoft.com/office/drawing/2014/main" id="{6643BCF6-A569-4BAD-B15C-E253B00A5594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bk object 18">
              <a:extLst>
                <a:ext uri="{FF2B5EF4-FFF2-40B4-BE49-F238E27FC236}">
                  <a16:creationId xmlns:a16="http://schemas.microsoft.com/office/drawing/2014/main" id="{D0D25174-0D7D-4590-B212-5467D04FECF1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Holder 3">
              <a:extLst>
                <a:ext uri="{FF2B5EF4-FFF2-40B4-BE49-F238E27FC236}">
                  <a16:creationId xmlns:a16="http://schemas.microsoft.com/office/drawing/2014/main" id="{7C25F4F3-A838-4B03-A6C0-3D91C8E43EB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  <a:grpFill/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sp>
        <p:nvSpPr>
          <p:cNvPr id="17" name="Untertitel 2">
            <a:extLst>
              <a:ext uri="{FF2B5EF4-FFF2-40B4-BE49-F238E27FC236}">
                <a16:creationId xmlns:a16="http://schemas.microsoft.com/office/drawing/2014/main" id="{A18DDF52-5273-48AE-8D09-90DA7A10F51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6536" y="3512495"/>
            <a:ext cx="4936563" cy="60464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 (bearbeiten)</a:t>
            </a: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FAB22651-CAFB-4334-BBAD-47EBF4CF7FD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6536" y="2331598"/>
            <a:ext cx="4936563" cy="1108490"/>
          </a:xfrm>
        </p:spPr>
        <p:txBody>
          <a:bodyPr lIns="0" tIns="0" rIns="0" bIns="0" anchor="b">
            <a:noAutofit/>
          </a:bodyPr>
          <a:lstStyle>
            <a:lvl1pPr algn="l"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Titelfolie (bearbeiten)</a:t>
            </a:r>
          </a:p>
        </p:txBody>
      </p:sp>
      <p:grpSp>
        <p:nvGrpSpPr>
          <p:cNvPr id="13" name="Grafik 6">
            <a:extLst>
              <a:ext uri="{FF2B5EF4-FFF2-40B4-BE49-F238E27FC236}">
                <a16:creationId xmlns:a16="http://schemas.microsoft.com/office/drawing/2014/main" id="{CF4A76B1-953E-4A32-9BD1-DE88786E38F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22799" y="385347"/>
            <a:ext cx="1528921" cy="584196"/>
            <a:chOff x="695325" y="516229"/>
            <a:chExt cx="2556359" cy="975572"/>
          </a:xfrm>
          <a:solidFill>
            <a:schemeClr val="tx2"/>
          </a:solidFill>
        </p:grpSpPr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CFD7E5C6-0F67-4B37-B3BF-534429CFB0DA}"/>
                </a:ext>
              </a:extLst>
            </p:cNvPr>
            <p:cNvSpPr/>
            <p:nvPr/>
          </p:nvSpPr>
          <p:spPr>
            <a:xfrm>
              <a:off x="2979337" y="1251070"/>
              <a:ext cx="270992" cy="239376"/>
            </a:xfrm>
            <a:custGeom>
              <a:avLst/>
              <a:gdLst>
                <a:gd name="connsiteX0" fmla="*/ 0 w 270992"/>
                <a:gd name="connsiteY0" fmla="*/ 242086 h 239376"/>
                <a:gd name="connsiteX1" fmla="*/ 152659 w 270992"/>
                <a:gd name="connsiteY1" fmla="*/ 242086 h 239376"/>
                <a:gd name="connsiteX2" fmla="*/ 274154 w 270992"/>
                <a:gd name="connsiteY2" fmla="*/ 121043 h 239376"/>
                <a:gd name="connsiteX3" fmla="*/ 152659 w 270992"/>
                <a:gd name="connsiteY3" fmla="*/ 0 h 239376"/>
                <a:gd name="connsiteX4" fmla="*/ 0 w 270992"/>
                <a:gd name="connsiteY4" fmla="*/ 0 h 239376"/>
                <a:gd name="connsiteX5" fmla="*/ 0 w 270992"/>
                <a:gd name="connsiteY5" fmla="*/ 242086 h 239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4D3305F2-C7C5-4C12-9231-D66E6CDF1F5F}"/>
                </a:ext>
              </a:extLst>
            </p:cNvPr>
            <p:cNvSpPr/>
            <p:nvPr/>
          </p:nvSpPr>
          <p:spPr>
            <a:xfrm>
              <a:off x="2216494" y="728506"/>
              <a:ext cx="659414" cy="663931"/>
            </a:xfrm>
            <a:custGeom>
              <a:avLst/>
              <a:gdLst>
                <a:gd name="connsiteX0" fmla="*/ 662124 w 659414"/>
                <a:gd name="connsiteY0" fmla="*/ 0 h 663930"/>
                <a:gd name="connsiteX1" fmla="*/ 662124 w 659414"/>
                <a:gd name="connsiteY1" fmla="*/ 331965 h 663930"/>
                <a:gd name="connsiteX2" fmla="*/ 331062 w 659414"/>
                <a:gd name="connsiteY2" fmla="*/ 663931 h 663930"/>
                <a:gd name="connsiteX3" fmla="*/ 0 w 659414"/>
                <a:gd name="connsiteY3" fmla="*/ 331965 h 663930"/>
                <a:gd name="connsiteX4" fmla="*/ 0 w 659414"/>
                <a:gd name="connsiteY4" fmla="*/ 0 h 663930"/>
                <a:gd name="connsiteX5" fmla="*/ 168015 w 659414"/>
                <a:gd name="connsiteY5" fmla="*/ 0 h 663930"/>
                <a:gd name="connsiteX6" fmla="*/ 168015 w 659414"/>
                <a:gd name="connsiteY6" fmla="*/ 317513 h 663930"/>
                <a:gd name="connsiteX7" fmla="*/ 331514 w 659414"/>
                <a:gd name="connsiteY7" fmla="*/ 490496 h 663930"/>
                <a:gd name="connsiteX8" fmla="*/ 495012 w 659414"/>
                <a:gd name="connsiteY8" fmla="*/ 317513 h 663930"/>
                <a:gd name="connsiteX9" fmla="*/ 495012 w 659414"/>
                <a:gd name="connsiteY9" fmla="*/ 0 h 663930"/>
                <a:gd name="connsiteX10" fmla="*/ 662124 w 659414"/>
                <a:gd name="connsiteY10" fmla="*/ 0 h 663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841CA9BF-ECB3-404C-B6B8-1533D1C1E0A0}"/>
                </a:ext>
              </a:extLst>
            </p:cNvPr>
            <p:cNvSpPr/>
            <p:nvPr/>
          </p:nvSpPr>
          <p:spPr>
            <a:xfrm>
              <a:off x="695325" y="516229"/>
              <a:ext cx="659414" cy="858142"/>
            </a:xfrm>
            <a:custGeom>
              <a:avLst/>
              <a:gdLst>
                <a:gd name="connsiteX0" fmla="*/ 168015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8015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B7658C24-2A28-49B2-96C0-D5EEAC50C416}"/>
                </a:ext>
              </a:extLst>
            </p:cNvPr>
            <p:cNvSpPr/>
            <p:nvPr/>
          </p:nvSpPr>
          <p:spPr>
            <a:xfrm>
              <a:off x="1458619" y="516229"/>
              <a:ext cx="659414" cy="858142"/>
            </a:xfrm>
            <a:custGeom>
              <a:avLst/>
              <a:gdLst>
                <a:gd name="connsiteX0" fmla="*/ 167563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7563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</p:grp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1F135B6-57F4-4B6E-AD86-CFAA18EDA94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620941" y="1088383"/>
            <a:ext cx="3523059" cy="3826517"/>
          </a:xfrm>
          <a:solidFill>
            <a:schemeClr val="bg2">
              <a:lumMod val="100000"/>
            </a:schemeClr>
          </a:solidFill>
          <a:ln/>
        </p:spPr>
        <p:txBody>
          <a:bodyPr lIns="0" tIns="540000" rIns="0" bIns="0" anchor="t">
            <a:noAutofit/>
          </a:bodyPr>
          <a:lstStyle>
            <a:lvl1pPr marL="180975" indent="0" algn="l">
              <a:lnSpc>
                <a:spcPct val="90000"/>
              </a:lnSpc>
              <a:buNone/>
              <a:defRPr sz="1600" b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  <a:lvl2pPr algn="ctr">
              <a:lnSpc>
                <a:spcPct val="90000"/>
              </a:lnSpc>
              <a:defRPr sz="1600" b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2pPr>
            <a:lvl3pPr algn="ctr">
              <a:lnSpc>
                <a:spcPct val="90000"/>
              </a:lnSpc>
              <a:defRPr sz="1600" b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3pPr>
            <a:lvl4pPr algn="ctr">
              <a:lnSpc>
                <a:spcPct val="90000"/>
              </a:lnSpc>
              <a:defRPr sz="1600" b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4pPr>
            <a:lvl5pPr algn="ctr">
              <a:lnSpc>
                <a:spcPct val="90000"/>
              </a:lnSpc>
              <a:defRPr sz="1600" b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Inhaltsplatzhalter</a:t>
            </a:r>
          </a:p>
        </p:txBody>
      </p:sp>
      <p:sp>
        <p:nvSpPr>
          <p:cNvPr id="23" name="Bildplatzhalter 4">
            <a:extLst>
              <a:ext uri="{FF2B5EF4-FFF2-40B4-BE49-F238E27FC236}">
                <a16:creationId xmlns:a16="http://schemas.microsoft.com/office/drawing/2014/main" id="{32C3CFE1-9073-8745-BD09-80495049B6B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092439" y="380585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24" name="Bildplatzhalter 4">
            <a:extLst>
              <a:ext uri="{FF2B5EF4-FFF2-40B4-BE49-F238E27FC236}">
                <a16:creationId xmlns:a16="http://schemas.microsoft.com/office/drawing/2014/main" id="{A46737F8-B03F-0745-A5A9-B5476E203B2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22275" y="385347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28" name="Bildplatzhalter 4">
            <a:extLst>
              <a:ext uri="{FF2B5EF4-FFF2-40B4-BE49-F238E27FC236}">
                <a16:creationId xmlns:a16="http://schemas.microsoft.com/office/drawing/2014/main" id="{5E485192-2EF9-6641-A4FD-7903E499C73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926225" y="4151976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33" name="Bildplatzhalter 4">
            <a:extLst>
              <a:ext uri="{FF2B5EF4-FFF2-40B4-BE49-F238E27FC236}">
                <a16:creationId xmlns:a16="http://schemas.microsoft.com/office/drawing/2014/main" id="{F92B4699-D079-5B46-A5E5-D0CE8B4FF5C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30436" y="4151976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35" name="Textplatzhalter 22">
            <a:extLst>
              <a:ext uri="{FF2B5EF4-FFF2-40B4-BE49-F238E27FC236}">
                <a16:creationId xmlns:a16="http://schemas.microsoft.com/office/drawing/2014/main" id="{E88F2ABD-B4F2-BF45-B0C0-261F3A2EC7E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2288" y="4459481"/>
            <a:ext cx="1541121" cy="274183"/>
          </a:xfrm>
        </p:spPr>
        <p:txBody>
          <a:bodyPr/>
          <a:lstStyle>
            <a:lvl1pPr marL="0" indent="0">
              <a:buNone/>
              <a:defRPr sz="135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Datum (bearbeiten)</a:t>
            </a:r>
          </a:p>
        </p:txBody>
      </p:sp>
    </p:spTree>
    <p:extLst>
      <p:ext uri="{BB962C8B-B14F-4D97-AF65-F5344CB8AC3E}">
        <p14:creationId xmlns:p14="http://schemas.microsoft.com/office/powerpoint/2010/main" val="466927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Bild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CAE8C18B-3B31-4172-BD36-383A2D959058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  <a:solidFill>
            <a:schemeClr val="tx2"/>
          </a:solidFill>
        </p:grpSpPr>
        <p:sp>
          <p:nvSpPr>
            <p:cNvPr id="30" name="bk object 18">
              <a:extLst>
                <a:ext uri="{FF2B5EF4-FFF2-40B4-BE49-F238E27FC236}">
                  <a16:creationId xmlns:a16="http://schemas.microsoft.com/office/drawing/2014/main" id="{033258C7-8016-4009-9FB1-F90060178720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bk object 18">
              <a:extLst>
                <a:ext uri="{FF2B5EF4-FFF2-40B4-BE49-F238E27FC236}">
                  <a16:creationId xmlns:a16="http://schemas.microsoft.com/office/drawing/2014/main" id="{F63F0B04-1DC4-4DF5-9D98-F1A5AB5B67C4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Holder 3">
              <a:extLst>
                <a:ext uri="{FF2B5EF4-FFF2-40B4-BE49-F238E27FC236}">
                  <a16:creationId xmlns:a16="http://schemas.microsoft.com/office/drawing/2014/main" id="{1BF4C821-21F2-42D9-9C34-70F485006BB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  <a:grpFill/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sp>
        <p:nvSpPr>
          <p:cNvPr id="16" name="Titel 1">
            <a:extLst>
              <a:ext uri="{FF2B5EF4-FFF2-40B4-BE49-F238E27FC236}">
                <a16:creationId xmlns:a16="http://schemas.microsoft.com/office/drawing/2014/main" id="{73AB5F60-3C1F-41DD-B58A-3B7E23CC9DF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6536" y="2250489"/>
            <a:ext cx="2830329" cy="1189599"/>
          </a:xfrm>
        </p:spPr>
        <p:txBody>
          <a:bodyPr lIns="0" tIns="0" rIns="0" bIns="0" anchor="b">
            <a:noAutofit/>
          </a:bodyPr>
          <a:lstStyle>
            <a:lvl1pPr algn="l"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Titelfolie (bearbeiten)</a:t>
            </a:r>
          </a:p>
        </p:txBody>
      </p:sp>
      <p:sp>
        <p:nvSpPr>
          <p:cNvPr id="17" name="Untertitel 2">
            <a:extLst>
              <a:ext uri="{FF2B5EF4-FFF2-40B4-BE49-F238E27FC236}">
                <a16:creationId xmlns:a16="http://schemas.microsoft.com/office/drawing/2014/main" id="{A18DDF52-5273-48AE-8D09-90DA7A10F51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6536" y="3512495"/>
            <a:ext cx="2830329" cy="60464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 (bearbeiten)</a:t>
            </a:r>
          </a:p>
        </p:txBody>
      </p:sp>
      <p:grpSp>
        <p:nvGrpSpPr>
          <p:cNvPr id="13" name="Grafik 6">
            <a:extLst>
              <a:ext uri="{FF2B5EF4-FFF2-40B4-BE49-F238E27FC236}">
                <a16:creationId xmlns:a16="http://schemas.microsoft.com/office/drawing/2014/main" id="{335E6D46-1A90-4F85-971E-BE51B6E275C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22799" y="385347"/>
            <a:ext cx="1528921" cy="584196"/>
            <a:chOff x="695325" y="516229"/>
            <a:chExt cx="2556359" cy="975572"/>
          </a:xfrm>
          <a:solidFill>
            <a:schemeClr val="tx2"/>
          </a:solidFill>
        </p:grpSpPr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23343E36-3D15-4FBD-82A0-2EF69415466D}"/>
                </a:ext>
              </a:extLst>
            </p:cNvPr>
            <p:cNvSpPr/>
            <p:nvPr/>
          </p:nvSpPr>
          <p:spPr>
            <a:xfrm>
              <a:off x="2979337" y="1251070"/>
              <a:ext cx="270992" cy="239376"/>
            </a:xfrm>
            <a:custGeom>
              <a:avLst/>
              <a:gdLst>
                <a:gd name="connsiteX0" fmla="*/ 0 w 270992"/>
                <a:gd name="connsiteY0" fmla="*/ 242086 h 239376"/>
                <a:gd name="connsiteX1" fmla="*/ 152659 w 270992"/>
                <a:gd name="connsiteY1" fmla="*/ 242086 h 239376"/>
                <a:gd name="connsiteX2" fmla="*/ 274154 w 270992"/>
                <a:gd name="connsiteY2" fmla="*/ 121043 h 239376"/>
                <a:gd name="connsiteX3" fmla="*/ 152659 w 270992"/>
                <a:gd name="connsiteY3" fmla="*/ 0 h 239376"/>
                <a:gd name="connsiteX4" fmla="*/ 0 w 270992"/>
                <a:gd name="connsiteY4" fmla="*/ 0 h 239376"/>
                <a:gd name="connsiteX5" fmla="*/ 0 w 270992"/>
                <a:gd name="connsiteY5" fmla="*/ 242086 h 239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F35EBB84-4567-4B99-BCB2-9E4F2E74A659}"/>
                </a:ext>
              </a:extLst>
            </p:cNvPr>
            <p:cNvSpPr/>
            <p:nvPr/>
          </p:nvSpPr>
          <p:spPr>
            <a:xfrm>
              <a:off x="2216494" y="728506"/>
              <a:ext cx="659414" cy="663931"/>
            </a:xfrm>
            <a:custGeom>
              <a:avLst/>
              <a:gdLst>
                <a:gd name="connsiteX0" fmla="*/ 662124 w 659414"/>
                <a:gd name="connsiteY0" fmla="*/ 0 h 663930"/>
                <a:gd name="connsiteX1" fmla="*/ 662124 w 659414"/>
                <a:gd name="connsiteY1" fmla="*/ 331965 h 663930"/>
                <a:gd name="connsiteX2" fmla="*/ 331062 w 659414"/>
                <a:gd name="connsiteY2" fmla="*/ 663931 h 663930"/>
                <a:gd name="connsiteX3" fmla="*/ 0 w 659414"/>
                <a:gd name="connsiteY3" fmla="*/ 331965 h 663930"/>
                <a:gd name="connsiteX4" fmla="*/ 0 w 659414"/>
                <a:gd name="connsiteY4" fmla="*/ 0 h 663930"/>
                <a:gd name="connsiteX5" fmla="*/ 168015 w 659414"/>
                <a:gd name="connsiteY5" fmla="*/ 0 h 663930"/>
                <a:gd name="connsiteX6" fmla="*/ 168015 w 659414"/>
                <a:gd name="connsiteY6" fmla="*/ 317513 h 663930"/>
                <a:gd name="connsiteX7" fmla="*/ 331514 w 659414"/>
                <a:gd name="connsiteY7" fmla="*/ 490496 h 663930"/>
                <a:gd name="connsiteX8" fmla="*/ 495012 w 659414"/>
                <a:gd name="connsiteY8" fmla="*/ 317513 h 663930"/>
                <a:gd name="connsiteX9" fmla="*/ 495012 w 659414"/>
                <a:gd name="connsiteY9" fmla="*/ 0 h 663930"/>
                <a:gd name="connsiteX10" fmla="*/ 662124 w 659414"/>
                <a:gd name="connsiteY10" fmla="*/ 0 h 663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8D04A692-1B93-4339-9E71-F30AA92C9F93}"/>
                </a:ext>
              </a:extLst>
            </p:cNvPr>
            <p:cNvSpPr/>
            <p:nvPr/>
          </p:nvSpPr>
          <p:spPr>
            <a:xfrm>
              <a:off x="695325" y="516229"/>
              <a:ext cx="659414" cy="858142"/>
            </a:xfrm>
            <a:custGeom>
              <a:avLst/>
              <a:gdLst>
                <a:gd name="connsiteX0" fmla="*/ 168015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8015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5237AA0D-D90E-4127-B627-42907D1E6150}"/>
                </a:ext>
              </a:extLst>
            </p:cNvPr>
            <p:cNvSpPr/>
            <p:nvPr/>
          </p:nvSpPr>
          <p:spPr>
            <a:xfrm>
              <a:off x="1458619" y="516229"/>
              <a:ext cx="659414" cy="858142"/>
            </a:xfrm>
            <a:custGeom>
              <a:avLst/>
              <a:gdLst>
                <a:gd name="connsiteX0" fmla="*/ 167563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7563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</p:grp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F76DE86-C438-4E37-A2C2-A3C892D489F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545886" y="1088383"/>
            <a:ext cx="5598114" cy="3826517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23" name="Bildplatzhalter 4">
            <a:extLst>
              <a:ext uri="{FF2B5EF4-FFF2-40B4-BE49-F238E27FC236}">
                <a16:creationId xmlns:a16="http://schemas.microsoft.com/office/drawing/2014/main" id="{B08885F2-1A5F-B44F-9FA4-22C52965E81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092439" y="380585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24" name="Bildplatzhalter 4">
            <a:extLst>
              <a:ext uri="{FF2B5EF4-FFF2-40B4-BE49-F238E27FC236}">
                <a16:creationId xmlns:a16="http://schemas.microsoft.com/office/drawing/2014/main" id="{3609EE5A-0FD7-3E40-A359-B82C3079D78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22275" y="385347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26" name="Bildplatzhalter 4">
            <a:extLst>
              <a:ext uri="{FF2B5EF4-FFF2-40B4-BE49-F238E27FC236}">
                <a16:creationId xmlns:a16="http://schemas.microsoft.com/office/drawing/2014/main" id="{B667A3A2-D04C-4844-BBA2-F27F285A2A1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819555" y="4150658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28" name="Textplatzhalter 22">
            <a:extLst>
              <a:ext uri="{FF2B5EF4-FFF2-40B4-BE49-F238E27FC236}">
                <a16:creationId xmlns:a16="http://schemas.microsoft.com/office/drawing/2014/main" id="{F8DF472F-A7C0-6447-A12C-AB015A5D0F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2288" y="4459481"/>
            <a:ext cx="1169392" cy="274183"/>
          </a:xfrm>
        </p:spPr>
        <p:txBody>
          <a:bodyPr/>
          <a:lstStyle>
            <a:lvl1pPr marL="0" indent="0">
              <a:buNone/>
              <a:defRPr sz="135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Datum</a:t>
            </a:r>
          </a:p>
        </p:txBody>
      </p:sp>
    </p:spTree>
    <p:extLst>
      <p:ext uri="{BB962C8B-B14F-4D97-AF65-F5344CB8AC3E}">
        <p14:creationId xmlns:p14="http://schemas.microsoft.com/office/powerpoint/2010/main" val="1050452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zwei Bild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8609EF01-760B-4279-96D2-9AE5DF9E07ED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  <a:solidFill>
            <a:schemeClr val="tx2"/>
          </a:solidFill>
        </p:grpSpPr>
        <p:sp>
          <p:nvSpPr>
            <p:cNvPr id="32" name="bk object 18">
              <a:extLst>
                <a:ext uri="{FF2B5EF4-FFF2-40B4-BE49-F238E27FC236}">
                  <a16:creationId xmlns:a16="http://schemas.microsoft.com/office/drawing/2014/main" id="{A4C7AC9B-CEA5-4C57-B178-3624C6812F1D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bk object 18">
              <a:extLst>
                <a:ext uri="{FF2B5EF4-FFF2-40B4-BE49-F238E27FC236}">
                  <a16:creationId xmlns:a16="http://schemas.microsoft.com/office/drawing/2014/main" id="{D054BE5A-53A6-4A25-B171-207E0A5A15D9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Holder 3">
              <a:extLst>
                <a:ext uri="{FF2B5EF4-FFF2-40B4-BE49-F238E27FC236}">
                  <a16:creationId xmlns:a16="http://schemas.microsoft.com/office/drawing/2014/main" id="{7E7A0D5B-9864-42E6-BDCD-A3D2A068635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  <a:grpFill/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sp>
        <p:nvSpPr>
          <p:cNvPr id="16" name="Titel 1">
            <a:extLst>
              <a:ext uri="{FF2B5EF4-FFF2-40B4-BE49-F238E27FC236}">
                <a16:creationId xmlns:a16="http://schemas.microsoft.com/office/drawing/2014/main" id="{73AB5F60-3C1F-41DD-B58A-3B7E23CC9DF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6536" y="3818597"/>
            <a:ext cx="5341606" cy="567763"/>
          </a:xfrm>
        </p:spPr>
        <p:txBody>
          <a:bodyPr lIns="0" tIns="0" rIns="0" bIns="0" anchor="b">
            <a:noAutofit/>
          </a:bodyPr>
          <a:lstStyle>
            <a:lvl1pPr algn="l"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Titelfolie</a:t>
            </a:r>
          </a:p>
        </p:txBody>
      </p:sp>
      <p:sp>
        <p:nvSpPr>
          <p:cNvPr id="17" name="Untertitel 2">
            <a:extLst>
              <a:ext uri="{FF2B5EF4-FFF2-40B4-BE49-F238E27FC236}">
                <a16:creationId xmlns:a16="http://schemas.microsoft.com/office/drawing/2014/main" id="{A18DDF52-5273-48AE-8D09-90DA7A10F51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6536" y="4458767"/>
            <a:ext cx="5341607" cy="274182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 (bearbeiten)</a:t>
            </a:r>
          </a:p>
        </p:txBody>
      </p:sp>
      <p:grpSp>
        <p:nvGrpSpPr>
          <p:cNvPr id="14" name="Grafik 6">
            <a:extLst>
              <a:ext uri="{FF2B5EF4-FFF2-40B4-BE49-F238E27FC236}">
                <a16:creationId xmlns:a16="http://schemas.microsoft.com/office/drawing/2014/main" id="{06DED613-6C95-44B4-934D-915F765D5EC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22799" y="385347"/>
            <a:ext cx="1528921" cy="584196"/>
            <a:chOff x="695325" y="516229"/>
            <a:chExt cx="2556359" cy="975572"/>
          </a:xfrm>
          <a:solidFill>
            <a:schemeClr val="tx2"/>
          </a:solidFill>
        </p:grpSpPr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ED8DE4AB-9CB4-42A7-9E68-6E2FAB87CDD7}"/>
                </a:ext>
              </a:extLst>
            </p:cNvPr>
            <p:cNvSpPr/>
            <p:nvPr/>
          </p:nvSpPr>
          <p:spPr>
            <a:xfrm>
              <a:off x="2979337" y="1251070"/>
              <a:ext cx="270992" cy="239376"/>
            </a:xfrm>
            <a:custGeom>
              <a:avLst/>
              <a:gdLst>
                <a:gd name="connsiteX0" fmla="*/ 0 w 270992"/>
                <a:gd name="connsiteY0" fmla="*/ 242086 h 239376"/>
                <a:gd name="connsiteX1" fmla="*/ 152659 w 270992"/>
                <a:gd name="connsiteY1" fmla="*/ 242086 h 239376"/>
                <a:gd name="connsiteX2" fmla="*/ 274154 w 270992"/>
                <a:gd name="connsiteY2" fmla="*/ 121043 h 239376"/>
                <a:gd name="connsiteX3" fmla="*/ 152659 w 270992"/>
                <a:gd name="connsiteY3" fmla="*/ 0 h 239376"/>
                <a:gd name="connsiteX4" fmla="*/ 0 w 270992"/>
                <a:gd name="connsiteY4" fmla="*/ 0 h 239376"/>
                <a:gd name="connsiteX5" fmla="*/ 0 w 270992"/>
                <a:gd name="connsiteY5" fmla="*/ 242086 h 239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2AF7295B-8EB5-4B3E-B347-40D564DF2E8A}"/>
                </a:ext>
              </a:extLst>
            </p:cNvPr>
            <p:cNvSpPr/>
            <p:nvPr/>
          </p:nvSpPr>
          <p:spPr>
            <a:xfrm>
              <a:off x="2216494" y="728506"/>
              <a:ext cx="659414" cy="663931"/>
            </a:xfrm>
            <a:custGeom>
              <a:avLst/>
              <a:gdLst>
                <a:gd name="connsiteX0" fmla="*/ 662124 w 659414"/>
                <a:gd name="connsiteY0" fmla="*/ 0 h 663930"/>
                <a:gd name="connsiteX1" fmla="*/ 662124 w 659414"/>
                <a:gd name="connsiteY1" fmla="*/ 331965 h 663930"/>
                <a:gd name="connsiteX2" fmla="*/ 331062 w 659414"/>
                <a:gd name="connsiteY2" fmla="*/ 663931 h 663930"/>
                <a:gd name="connsiteX3" fmla="*/ 0 w 659414"/>
                <a:gd name="connsiteY3" fmla="*/ 331965 h 663930"/>
                <a:gd name="connsiteX4" fmla="*/ 0 w 659414"/>
                <a:gd name="connsiteY4" fmla="*/ 0 h 663930"/>
                <a:gd name="connsiteX5" fmla="*/ 168015 w 659414"/>
                <a:gd name="connsiteY5" fmla="*/ 0 h 663930"/>
                <a:gd name="connsiteX6" fmla="*/ 168015 w 659414"/>
                <a:gd name="connsiteY6" fmla="*/ 317513 h 663930"/>
                <a:gd name="connsiteX7" fmla="*/ 331514 w 659414"/>
                <a:gd name="connsiteY7" fmla="*/ 490496 h 663930"/>
                <a:gd name="connsiteX8" fmla="*/ 495012 w 659414"/>
                <a:gd name="connsiteY8" fmla="*/ 317513 h 663930"/>
                <a:gd name="connsiteX9" fmla="*/ 495012 w 659414"/>
                <a:gd name="connsiteY9" fmla="*/ 0 h 663930"/>
                <a:gd name="connsiteX10" fmla="*/ 662124 w 659414"/>
                <a:gd name="connsiteY10" fmla="*/ 0 h 663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19EB503C-B339-4925-A963-9A41C6D48A86}"/>
                </a:ext>
              </a:extLst>
            </p:cNvPr>
            <p:cNvSpPr/>
            <p:nvPr/>
          </p:nvSpPr>
          <p:spPr>
            <a:xfrm>
              <a:off x="695325" y="516229"/>
              <a:ext cx="659414" cy="858142"/>
            </a:xfrm>
            <a:custGeom>
              <a:avLst/>
              <a:gdLst>
                <a:gd name="connsiteX0" fmla="*/ 168015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8015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458334B5-873D-4772-A5CD-6DB0CA382F6C}"/>
                </a:ext>
              </a:extLst>
            </p:cNvPr>
            <p:cNvSpPr/>
            <p:nvPr/>
          </p:nvSpPr>
          <p:spPr>
            <a:xfrm>
              <a:off x="1458619" y="516229"/>
              <a:ext cx="659414" cy="858142"/>
            </a:xfrm>
            <a:custGeom>
              <a:avLst/>
              <a:gdLst>
                <a:gd name="connsiteX0" fmla="*/ 167563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7563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</p:grp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09443CD-BCA7-46CF-AFA8-330C4634025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0" y="1422399"/>
            <a:ext cx="6678234" cy="2396196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7B24558D-B62E-4475-9EF0-8C38F6D9AB6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740999" y="1422400"/>
            <a:ext cx="2403000" cy="2396196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23" name="Bildplatzhalter 4">
            <a:extLst>
              <a:ext uri="{FF2B5EF4-FFF2-40B4-BE49-F238E27FC236}">
                <a16:creationId xmlns:a16="http://schemas.microsoft.com/office/drawing/2014/main" id="{F7FE4B2A-DC36-0D4C-9F52-0C253A8928E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92439" y="380585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FCFEEB94-02FC-204B-B0CC-7FE7C62C171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822275" y="385347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26" name="Bildplatzhalter 4">
            <a:extLst>
              <a:ext uri="{FF2B5EF4-FFF2-40B4-BE49-F238E27FC236}">
                <a16:creationId xmlns:a16="http://schemas.microsoft.com/office/drawing/2014/main" id="{CC219343-0397-9E4E-BD60-873C1713E34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40153" y="4159763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016D7102-C9CE-0D4A-85BF-0EC312730C6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216352" y="4150337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29" name="Textplatzhalter 22">
            <a:extLst>
              <a:ext uri="{FF2B5EF4-FFF2-40B4-BE49-F238E27FC236}">
                <a16:creationId xmlns:a16="http://schemas.microsoft.com/office/drawing/2014/main" id="{85B9FCEE-8B61-EE4E-8E60-A4B4C50E63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96335" y="4467117"/>
            <a:ext cx="1021127" cy="274183"/>
          </a:xfrm>
        </p:spPr>
        <p:txBody>
          <a:bodyPr/>
          <a:lstStyle>
            <a:lvl1pPr marL="0" indent="0" algn="r">
              <a:buNone/>
              <a:defRPr sz="135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Datum</a:t>
            </a:r>
          </a:p>
        </p:txBody>
      </p:sp>
    </p:spTree>
    <p:extLst>
      <p:ext uri="{BB962C8B-B14F-4D97-AF65-F5344CB8AC3E}">
        <p14:creationId xmlns:p14="http://schemas.microsoft.com/office/powerpoint/2010/main" val="4123730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verzeichni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2D474F-8BEC-4D91-A03D-D9362EBEA4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Inhaltsverzeichnis (bearbeiten)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49AD49C-66AF-4DEA-AFAD-00CFC0FCD9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8A236E8-550F-4D48-A470-B5B6ACB7D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CEECEC85-61F4-4B79-8C27-7F9D489194F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488102" y="1422400"/>
            <a:ext cx="3655898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00A45E48-BE13-4673-A7CD-2D5059A1B6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550" y="1422399"/>
            <a:ext cx="4586288" cy="3492500"/>
          </a:xfrm>
        </p:spPr>
        <p:txBody>
          <a:bodyPr>
            <a:noAutofit/>
          </a:bodyPr>
          <a:lstStyle>
            <a:lvl1pPr marL="295275" indent="-295275">
              <a:spcBef>
                <a:spcPts val="1200"/>
              </a:spcBef>
              <a:buFont typeface="+mj-lt"/>
              <a:buAutoNum type="arabicPeriod"/>
              <a:defRPr/>
            </a:lvl1pPr>
            <a:lvl2pPr>
              <a:defRPr/>
            </a:lvl2pPr>
          </a:lstStyle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</p:spTree>
    <p:extLst>
      <p:ext uri="{BB962C8B-B14F-4D97-AF65-F5344CB8AC3E}">
        <p14:creationId xmlns:p14="http://schemas.microsoft.com/office/powerpoint/2010/main" val="36130498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21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(ohne Untertite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Inhalt ohne Untertitel (bearbeiten)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389A477-57D5-4BE0-806F-7840FB2B8F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550" y="1422399"/>
            <a:ext cx="8096250" cy="3492500"/>
          </a:xfrm>
        </p:spPr>
        <p:txBody>
          <a:bodyPr>
            <a:noAutofit/>
          </a:bodyPr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</p:spTree>
    <p:extLst>
      <p:ext uri="{BB962C8B-B14F-4D97-AF65-F5344CB8AC3E}">
        <p14:creationId xmlns:p14="http://schemas.microsoft.com/office/powerpoint/2010/main" val="1809276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Inhalt (bearbeiten)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921D334-520E-4FBB-B8A8-6A609B53F9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1550" y="1422399"/>
            <a:ext cx="8101012" cy="3492500"/>
          </a:xfrm>
        </p:spPr>
        <p:txBody>
          <a:bodyPr>
            <a:noAutofit/>
          </a:bodyPr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F6CD374-8E61-0A4C-83F0-76A0F81260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937368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(groß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Inhalt (groß) (bearbeiten)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3BFE84D2-D951-43C8-81B8-BCF2BCBCC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1550" y="1545752"/>
            <a:ext cx="8101012" cy="3311525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sp>
        <p:nvSpPr>
          <p:cNvPr id="7" name="Textplatzhalter 3">
            <a:extLst>
              <a:ext uri="{FF2B5EF4-FFF2-40B4-BE49-F238E27FC236}">
                <a16:creationId xmlns:a16="http://schemas.microsoft.com/office/drawing/2014/main" id="{73F9E275-8222-594E-AE4A-5DC2C6FC95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24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3325410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(ohne Untertite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D2D15A-E19B-4725-AC01-F52639F085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Zwei Inhalte ohne Untertitel (bearbeiten)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68FDF4B-5FA2-4BE9-91FF-2874E76F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E2C360C-95DE-4762-ABD3-B6787C410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B557236-B6F1-4EF1-92AD-2624537923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550" y="1422399"/>
            <a:ext cx="3941762" cy="3424238"/>
          </a:xfrm>
        </p:spPr>
        <p:txBody>
          <a:bodyPr>
            <a:noAutofit/>
          </a:bodyPr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5D9B5E02-9A16-49B4-9355-BE71C0D6657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79950" y="1422400"/>
            <a:ext cx="3943350" cy="3424238"/>
          </a:xfrm>
        </p:spPr>
        <p:txBody>
          <a:bodyPr/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</p:spTree>
    <p:extLst>
      <p:ext uri="{BB962C8B-B14F-4D97-AF65-F5344CB8AC3E}">
        <p14:creationId xmlns:p14="http://schemas.microsoft.com/office/powerpoint/2010/main" val="3383617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12" userDrawn="1">
          <p15:clr>
            <a:srgbClr val="FBAE40"/>
          </p15:clr>
        </p15:guide>
        <p15:guide id="2" pos="2948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D2D15A-E19B-4725-AC01-F52639F085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tIns="0"/>
          <a:lstStyle/>
          <a:p>
            <a:r>
              <a:rPr lang="de-DE" dirty="0"/>
              <a:t>Zwei Inhalte (bearbeiten)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68FDF4B-5FA2-4BE9-91FF-2874E76F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E2C360C-95DE-4762-ABD3-B6787C410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5B1E48B2-9056-46C9-8170-057A7DDAE8A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1550" y="1422399"/>
            <a:ext cx="3941762" cy="3492500"/>
          </a:xfrm>
        </p:spPr>
        <p:txBody>
          <a:bodyPr>
            <a:noAutofit/>
          </a:bodyPr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3C9A547D-69C2-4513-9E4D-7F7C15B98C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79950" y="1422400"/>
            <a:ext cx="3937000" cy="3492500"/>
          </a:xfrm>
        </p:spPr>
        <p:txBody>
          <a:bodyPr/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DAA57B84-07F8-564B-8DEA-600525150D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2288" y="1089025"/>
            <a:ext cx="3937000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  <p:sp>
        <p:nvSpPr>
          <p:cNvPr id="14" name="Textplatzhalter 3">
            <a:extLst>
              <a:ext uri="{FF2B5EF4-FFF2-40B4-BE49-F238E27FC236}">
                <a16:creationId xmlns:a16="http://schemas.microsoft.com/office/drawing/2014/main" id="{09F477F5-428F-6D4A-B1D1-1A175E027E2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86300" y="1089025"/>
            <a:ext cx="3937000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246573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12" userDrawn="1">
          <p15:clr>
            <a:srgbClr val="FBAE40"/>
          </p15:clr>
        </p15:guide>
        <p15:guide id="2" pos="2948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1B86FA-3D14-41C0-ACAC-6E7B70336D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Diagramme (bearbeiten)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0BA41F9-75EC-4CB8-BD53-566512502F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7A52C21-7FA6-4626-B212-C78D01574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B0FFFB7A-A86B-49FF-8A42-D51942986D7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22288" y="1422400"/>
            <a:ext cx="8100219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smtClean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DE"/>
            </a:lvl5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7" name="Textplatzhalter 3">
            <a:extLst>
              <a:ext uri="{FF2B5EF4-FFF2-40B4-BE49-F238E27FC236}">
                <a16:creationId xmlns:a16="http://schemas.microsoft.com/office/drawing/2014/main" id="{8E2B6C4B-5F28-AC4F-80E0-2631991988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17646437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74">
          <p15:clr>
            <a:srgbClr val="FBAE40"/>
          </p15:clr>
        </p15:guide>
        <p15:guide id="2" pos="3799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n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1B86FA-3D14-41C0-ACAC-6E7B70336D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Tabellen 1 (bearbeiten)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0BA41F9-75EC-4CB8-BD53-566512502F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7A52C21-7FA6-4626-B212-C78D01574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C0C6EB1C-18E9-44D2-B97A-2055909E56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30913" y="1422400"/>
            <a:ext cx="2590799" cy="3492500"/>
          </a:xfrm>
        </p:spPr>
        <p:txBody>
          <a:bodyPr/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B0FFFB7A-A86B-49FF-8A42-D51942986D7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22288" y="1422400"/>
            <a:ext cx="5310187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smtClean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DE"/>
            </a:lvl5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51B80552-8C75-CA4C-8B5A-9B2EBBE4E74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22302832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74" userDrawn="1">
          <p15:clr>
            <a:srgbClr val="FBAE40"/>
          </p15:clr>
        </p15:guide>
        <p15:guide id="2" pos="3799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n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1B86FA-3D14-41C0-ACAC-6E7B70336D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Tabellen 2 (bearbeiten)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0BA41F9-75EC-4CB8-BD53-566512502F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7A52C21-7FA6-4626-B212-C78D01574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4ED614B-D2A2-4F44-8C55-EA89904996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1550" y="1422399"/>
            <a:ext cx="2590800" cy="3492500"/>
          </a:xfrm>
        </p:spPr>
        <p:txBody>
          <a:bodyPr>
            <a:noAutofit/>
          </a:bodyPr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sp>
        <p:nvSpPr>
          <p:cNvPr id="15" name="Inhaltsplatzhalter 14">
            <a:extLst>
              <a:ext uri="{FF2B5EF4-FFF2-40B4-BE49-F238E27FC236}">
                <a16:creationId xmlns:a16="http://schemas.microsoft.com/office/drawing/2014/main" id="{78E908BC-1AEE-469A-8B07-24C581B6328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311525" y="1422400"/>
            <a:ext cx="5310188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smtClean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DE"/>
            </a:lvl5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09B5CE0C-F0E5-4A46-8E54-A8BEBF35288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3161278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961" userDrawn="1">
          <p15:clr>
            <a:srgbClr val="FBAE40"/>
          </p15:clr>
        </p15:guide>
        <p15:guide id="3" pos="2086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r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D2D15A-E19B-4725-AC01-F52639F085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Vier Inhalte (bearbeiten)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68FDF4B-5FA2-4BE9-91FF-2874E76F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E2C360C-95DE-4762-ABD3-B6787C410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0FDB2AAA-C98E-4D27-9188-E7E5DBFF097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288" y="1422400"/>
            <a:ext cx="3941762" cy="1638300"/>
          </a:xfrm>
        </p:spPr>
        <p:txBody>
          <a:bodyPr/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5823B8EE-EC69-45B2-BAC9-1BCA4FBF1E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79950" y="1422400"/>
            <a:ext cx="3941763" cy="1638300"/>
          </a:xfrm>
        </p:spPr>
        <p:txBody>
          <a:bodyPr/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640510EC-0518-429F-B934-724E542AEEB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2288" y="3187700"/>
            <a:ext cx="3941762" cy="1638300"/>
          </a:xfrm>
        </p:spPr>
        <p:txBody>
          <a:bodyPr/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</a:t>
            </a: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2C5C7A3E-AD9D-494E-9656-60D17A2D3DA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79950" y="3187701"/>
            <a:ext cx="3943350" cy="1638300"/>
          </a:xfrm>
        </p:spPr>
        <p:txBody>
          <a:bodyPr/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8F97F85F-5214-3C4D-AECA-FAB96CDFB63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38696093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12" userDrawn="1">
          <p15:clr>
            <a:srgbClr val="FBAE40"/>
          </p15:clr>
        </p15:guide>
        <p15:guide id="2" pos="2948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Viel Text (bearbeiten)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6BE7D15-C3F6-44ED-81D4-5CA3DF1394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2288" y="1422400"/>
            <a:ext cx="3941762" cy="3492500"/>
          </a:xfrm>
        </p:spPr>
        <p:txBody>
          <a:bodyPr/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A225A19B-F9D6-496E-93F0-23086F37CD5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79950" y="1422400"/>
            <a:ext cx="3943350" cy="3492500"/>
          </a:xfrm>
        </p:spPr>
        <p:txBody>
          <a:bodyPr>
            <a:noAutofit/>
          </a:bodyPr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9BCD487A-0F7D-A741-B766-3DC58765EA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2112603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12" userDrawn="1">
          <p15:clr>
            <a:srgbClr val="FBAE40"/>
          </p15:clr>
        </p15:guide>
        <p15:guide id="2" pos="294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 + Heinekop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uppieren 52">
            <a:extLst>
              <a:ext uri="{FF2B5EF4-FFF2-40B4-BE49-F238E27FC236}">
                <a16:creationId xmlns:a16="http://schemas.microsoft.com/office/drawing/2014/main" id="{A8B718B6-0A12-456A-A2B2-DDCE96D85C32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</p:grpSpPr>
        <p:sp>
          <p:nvSpPr>
            <p:cNvPr id="54" name="bk object 18">
              <a:extLst>
                <a:ext uri="{FF2B5EF4-FFF2-40B4-BE49-F238E27FC236}">
                  <a16:creationId xmlns:a16="http://schemas.microsoft.com/office/drawing/2014/main" id="{AA03ADD9-BB66-4FBA-AA38-A477A97E7E8A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bk object 18">
              <a:extLst>
                <a:ext uri="{FF2B5EF4-FFF2-40B4-BE49-F238E27FC236}">
                  <a16:creationId xmlns:a16="http://schemas.microsoft.com/office/drawing/2014/main" id="{483C21C1-427D-47E5-8D0D-E9E03790F6E3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Holder 3">
              <a:extLst>
                <a:ext uri="{FF2B5EF4-FFF2-40B4-BE49-F238E27FC236}">
                  <a16:creationId xmlns:a16="http://schemas.microsoft.com/office/drawing/2014/main" id="{E224A6C7-1F26-4748-BB34-5F7E18EFB33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grpSp>
        <p:nvGrpSpPr>
          <p:cNvPr id="16" name="Grafik 9">
            <a:extLst>
              <a:ext uri="{FF2B5EF4-FFF2-40B4-BE49-F238E27FC236}">
                <a16:creationId xmlns:a16="http://schemas.microsoft.com/office/drawing/2014/main" id="{FDF40BED-CE41-4F2B-9008-0CAE3088D83B}"/>
              </a:ext>
            </a:extLst>
          </p:cNvPr>
          <p:cNvGrpSpPr/>
          <p:nvPr userDrawn="1"/>
        </p:nvGrpSpPr>
        <p:grpSpPr>
          <a:xfrm>
            <a:off x="7741437" y="394294"/>
            <a:ext cx="1049330" cy="621121"/>
            <a:chOff x="10321916" y="525077"/>
            <a:chExt cx="1399106" cy="827140"/>
          </a:xfrm>
          <a:solidFill>
            <a:schemeClr val="accent1"/>
          </a:solidFill>
        </p:grpSpPr>
        <p:grpSp>
          <p:nvGrpSpPr>
            <p:cNvPr id="17" name="Grafik 9">
              <a:extLst>
                <a:ext uri="{FF2B5EF4-FFF2-40B4-BE49-F238E27FC236}">
                  <a16:creationId xmlns:a16="http://schemas.microsoft.com/office/drawing/2014/main" id="{0B49B38F-6A41-4759-B72C-5F216A133318}"/>
                </a:ext>
              </a:extLst>
            </p:cNvPr>
            <p:cNvGrpSpPr/>
            <p:nvPr/>
          </p:nvGrpSpPr>
          <p:grpSpPr>
            <a:xfrm>
              <a:off x="10321916" y="525077"/>
              <a:ext cx="1179212" cy="575107"/>
              <a:chOff x="10321916" y="525077"/>
              <a:chExt cx="1179212" cy="575107"/>
            </a:xfrm>
            <a:solidFill>
              <a:schemeClr val="accent1"/>
            </a:solidFill>
          </p:grpSpPr>
          <p:sp>
            <p:nvSpPr>
              <p:cNvPr id="36" name="Freihandform: Form 35">
                <a:extLst>
                  <a:ext uri="{FF2B5EF4-FFF2-40B4-BE49-F238E27FC236}">
                    <a16:creationId xmlns:a16="http://schemas.microsoft.com/office/drawing/2014/main" id="{CBFECEB3-E5D0-4A80-BB99-C9B0C0773EAA}"/>
                  </a:ext>
                </a:extLst>
              </p:cNvPr>
              <p:cNvSpPr/>
              <p:nvPr/>
            </p:nvSpPr>
            <p:spPr>
              <a:xfrm>
                <a:off x="11143981" y="639857"/>
                <a:ext cx="357630" cy="357630"/>
              </a:xfrm>
              <a:custGeom>
                <a:avLst/>
                <a:gdLst>
                  <a:gd name="connsiteX0" fmla="*/ 358113 w 357629"/>
                  <a:gd name="connsiteY0" fmla="*/ 0 h 357629"/>
                  <a:gd name="connsiteX1" fmla="*/ 358113 w 357629"/>
                  <a:gd name="connsiteY1" fmla="*/ 179540 h 357629"/>
                  <a:gd name="connsiteX2" fmla="*/ 179057 w 357629"/>
                  <a:gd name="connsiteY2" fmla="*/ 359080 h 357629"/>
                  <a:gd name="connsiteX3" fmla="*/ 0 w 357629"/>
                  <a:gd name="connsiteY3" fmla="*/ 179540 h 357629"/>
                  <a:gd name="connsiteX4" fmla="*/ 0 w 357629"/>
                  <a:gd name="connsiteY4" fmla="*/ 0 h 357629"/>
                  <a:gd name="connsiteX5" fmla="*/ 90857 w 357629"/>
                  <a:gd name="connsiteY5" fmla="*/ 0 h 357629"/>
                  <a:gd name="connsiteX6" fmla="*/ 90857 w 357629"/>
                  <a:gd name="connsiteY6" fmla="*/ 171807 h 357629"/>
                  <a:gd name="connsiteX7" fmla="*/ 179057 w 357629"/>
                  <a:gd name="connsiteY7" fmla="*/ 265323 h 357629"/>
                  <a:gd name="connsiteX8" fmla="*/ 267256 w 357629"/>
                  <a:gd name="connsiteY8" fmla="*/ 171807 h 357629"/>
                  <a:gd name="connsiteX9" fmla="*/ 267256 w 357629"/>
                  <a:gd name="connsiteY9" fmla="*/ 0 h 357629"/>
                  <a:gd name="connsiteX10" fmla="*/ 358113 w 357629"/>
                  <a:gd name="connsiteY10" fmla="*/ 0 h 35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37" name="Freihandform: Form 36">
                <a:extLst>
                  <a:ext uri="{FF2B5EF4-FFF2-40B4-BE49-F238E27FC236}">
                    <a16:creationId xmlns:a16="http://schemas.microsoft.com/office/drawing/2014/main" id="{205BBD97-9903-40A9-8B6F-28C8A15C6553}"/>
                  </a:ext>
                </a:extLst>
              </p:cNvPr>
              <p:cNvSpPr/>
              <p:nvPr/>
            </p:nvSpPr>
            <p:spPr>
              <a:xfrm>
                <a:off x="10321916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38" name="Freihandform: Form 37">
                <a:extLst>
                  <a:ext uri="{FF2B5EF4-FFF2-40B4-BE49-F238E27FC236}">
                    <a16:creationId xmlns:a16="http://schemas.microsoft.com/office/drawing/2014/main" id="{601EB764-A17E-450D-B58A-6703C97C9CE9}"/>
                  </a:ext>
                </a:extLst>
              </p:cNvPr>
              <p:cNvSpPr/>
              <p:nvPr/>
            </p:nvSpPr>
            <p:spPr>
              <a:xfrm>
                <a:off x="10734399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39" name="Freihandform: Form 38">
                <a:extLst>
                  <a:ext uri="{FF2B5EF4-FFF2-40B4-BE49-F238E27FC236}">
                    <a16:creationId xmlns:a16="http://schemas.microsoft.com/office/drawing/2014/main" id="{82DD2E94-DB4B-4BD8-BFDB-FDFAA8C69EA1}"/>
                  </a:ext>
                </a:extLst>
              </p:cNvPr>
              <p:cNvSpPr/>
              <p:nvPr/>
            </p:nvSpPr>
            <p:spPr>
              <a:xfrm>
                <a:off x="104640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40" name="Freihandform: Form 39">
                <a:extLst>
                  <a:ext uri="{FF2B5EF4-FFF2-40B4-BE49-F238E27FC236}">
                    <a16:creationId xmlns:a16="http://schemas.microsoft.com/office/drawing/2014/main" id="{832D3428-693C-4D74-94D9-E68B7A16B041}"/>
                  </a:ext>
                </a:extLst>
              </p:cNvPr>
              <p:cNvSpPr/>
              <p:nvPr/>
            </p:nvSpPr>
            <p:spPr>
              <a:xfrm>
                <a:off x="10610678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41" name="Freihandform: Form 40">
                <a:extLst>
                  <a:ext uri="{FF2B5EF4-FFF2-40B4-BE49-F238E27FC236}">
                    <a16:creationId xmlns:a16="http://schemas.microsoft.com/office/drawing/2014/main" id="{0E083E88-01F2-4468-BC37-D107C47234B4}"/>
                  </a:ext>
                </a:extLst>
              </p:cNvPr>
              <p:cNvSpPr/>
              <p:nvPr/>
            </p:nvSpPr>
            <p:spPr>
              <a:xfrm>
                <a:off x="109497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CE077675-12C0-483D-8266-8C564517BD07}"/>
                </a:ext>
              </a:extLst>
            </p:cNvPr>
            <p:cNvSpPr/>
            <p:nvPr/>
          </p:nvSpPr>
          <p:spPr>
            <a:xfrm>
              <a:off x="10322158" y="1089069"/>
              <a:ext cx="57994" cy="77325"/>
            </a:xfrm>
            <a:custGeom>
              <a:avLst/>
              <a:gdLst>
                <a:gd name="connsiteX0" fmla="*/ 49053 w 57994"/>
                <a:gd name="connsiteY0" fmla="*/ 0 h 77325"/>
                <a:gd name="connsiteX1" fmla="*/ 49053 w 57994"/>
                <a:gd name="connsiteY1" fmla="*/ 34071 h 77325"/>
                <a:gd name="connsiteX2" fmla="*/ 10149 w 57994"/>
                <a:gd name="connsiteY2" fmla="*/ 34071 h 77325"/>
                <a:gd name="connsiteX3" fmla="*/ 10149 w 57994"/>
                <a:gd name="connsiteY3" fmla="*/ 0 h 77325"/>
                <a:gd name="connsiteX4" fmla="*/ 0 w 57994"/>
                <a:gd name="connsiteY4" fmla="*/ 0 h 77325"/>
                <a:gd name="connsiteX5" fmla="*/ 0 w 57994"/>
                <a:gd name="connsiteY5" fmla="*/ 78292 h 77325"/>
                <a:gd name="connsiteX6" fmla="*/ 10149 w 57994"/>
                <a:gd name="connsiteY6" fmla="*/ 78292 h 77325"/>
                <a:gd name="connsiteX7" fmla="*/ 10149 w 57994"/>
                <a:gd name="connsiteY7" fmla="*/ 40837 h 77325"/>
                <a:gd name="connsiteX8" fmla="*/ 49053 w 57994"/>
                <a:gd name="connsiteY8" fmla="*/ 40837 h 77325"/>
                <a:gd name="connsiteX9" fmla="*/ 49053 w 57994"/>
                <a:gd name="connsiteY9" fmla="*/ 78292 h 77325"/>
                <a:gd name="connsiteX10" fmla="*/ 58961 w 57994"/>
                <a:gd name="connsiteY10" fmla="*/ 78292 h 77325"/>
                <a:gd name="connsiteX11" fmla="*/ 58961 w 57994"/>
                <a:gd name="connsiteY11" fmla="*/ 0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FF4BAE46-A2AC-42A1-814E-CFCC32BEF113}"/>
                </a:ext>
              </a:extLst>
            </p:cNvPr>
            <p:cNvSpPr/>
            <p:nvPr/>
          </p:nvSpPr>
          <p:spPr>
            <a:xfrm>
              <a:off x="10399483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6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A46A2275-819B-4DE9-965C-8B94B846FB54}"/>
                </a:ext>
              </a:extLst>
            </p:cNvPr>
            <p:cNvSpPr/>
            <p:nvPr/>
          </p:nvSpPr>
          <p:spPr>
            <a:xfrm>
              <a:off x="104654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21" name="Grafik 9">
              <a:extLst>
                <a:ext uri="{FF2B5EF4-FFF2-40B4-BE49-F238E27FC236}">
                  <a16:creationId xmlns:a16="http://schemas.microsoft.com/office/drawing/2014/main" id="{E34EB2FE-23B4-47AC-B2B7-CDB4683102DA}"/>
                </a:ext>
              </a:extLst>
            </p:cNvPr>
            <p:cNvGrpSpPr/>
            <p:nvPr/>
          </p:nvGrpSpPr>
          <p:grpSpPr>
            <a:xfrm>
              <a:off x="10496140" y="1110575"/>
              <a:ext cx="101490" cy="55578"/>
              <a:chOff x="10496140" y="1110575"/>
              <a:chExt cx="101490" cy="55578"/>
            </a:xfrm>
            <a:solidFill>
              <a:srgbClr val="000000"/>
            </a:solidFill>
          </p:grpSpPr>
          <p:sp>
            <p:nvSpPr>
              <p:cNvPr id="34" name="Freihandform: Form 33">
                <a:extLst>
                  <a:ext uri="{FF2B5EF4-FFF2-40B4-BE49-F238E27FC236}">
                    <a16:creationId xmlns:a16="http://schemas.microsoft.com/office/drawing/2014/main" id="{FD23CBD4-1BEB-423E-8DC2-39059E53AA13}"/>
                  </a:ext>
                </a:extLst>
              </p:cNvPr>
              <p:cNvSpPr/>
              <p:nvPr/>
            </p:nvSpPr>
            <p:spPr>
              <a:xfrm>
                <a:off x="104961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35" name="Freihandform: Form 34">
                <a:extLst>
                  <a:ext uri="{FF2B5EF4-FFF2-40B4-BE49-F238E27FC236}">
                    <a16:creationId xmlns:a16="http://schemas.microsoft.com/office/drawing/2014/main" id="{2C65A015-E440-4675-B7F3-555C1D4FBF52}"/>
                  </a:ext>
                </a:extLst>
              </p:cNvPr>
              <p:cNvSpPr/>
              <p:nvPr/>
            </p:nvSpPr>
            <p:spPr>
              <a:xfrm>
                <a:off x="10562833" y="1110816"/>
                <a:ext cx="33830" cy="55578"/>
              </a:xfrm>
              <a:custGeom>
                <a:avLst/>
                <a:gdLst>
                  <a:gd name="connsiteX0" fmla="*/ 1208 w 33829"/>
                  <a:gd name="connsiteY0" fmla="*/ 56544 h 55577"/>
                  <a:gd name="connsiteX1" fmla="*/ 10632 w 33829"/>
                  <a:gd name="connsiteY1" fmla="*/ 56544 h 55577"/>
                  <a:gd name="connsiteX2" fmla="*/ 10632 w 33829"/>
                  <a:gd name="connsiteY2" fmla="*/ 29964 h 55577"/>
                  <a:gd name="connsiteX3" fmla="*/ 10874 w 33829"/>
                  <a:gd name="connsiteY3" fmla="*/ 24406 h 55577"/>
                  <a:gd name="connsiteX4" fmla="*/ 11599 w 33829"/>
                  <a:gd name="connsiteY4" fmla="*/ 19090 h 55577"/>
                  <a:gd name="connsiteX5" fmla="*/ 15707 w 33829"/>
                  <a:gd name="connsiteY5" fmla="*/ 10391 h 55577"/>
                  <a:gd name="connsiteX6" fmla="*/ 21748 w 33829"/>
                  <a:gd name="connsiteY6" fmla="*/ 7008 h 55577"/>
                  <a:gd name="connsiteX7" fmla="*/ 27789 w 33829"/>
                  <a:gd name="connsiteY7" fmla="*/ 13049 h 55577"/>
                  <a:gd name="connsiteX8" fmla="*/ 36005 w 33829"/>
                  <a:gd name="connsiteY8" fmla="*/ 10149 h 55577"/>
                  <a:gd name="connsiteX9" fmla="*/ 34796 w 33829"/>
                  <a:gd name="connsiteY9" fmla="*/ 5316 h 55577"/>
                  <a:gd name="connsiteX10" fmla="*/ 32380 w 33829"/>
                  <a:gd name="connsiteY10" fmla="*/ 2175 h 55577"/>
                  <a:gd name="connsiteX11" fmla="*/ 28997 w 33829"/>
                  <a:gd name="connsiteY11" fmla="*/ 483 h 55577"/>
                  <a:gd name="connsiteX12" fmla="*/ 25614 w 33829"/>
                  <a:gd name="connsiteY12" fmla="*/ 0 h 55577"/>
                  <a:gd name="connsiteX13" fmla="*/ 16915 w 33829"/>
                  <a:gd name="connsiteY13" fmla="*/ 2658 h 55577"/>
                  <a:gd name="connsiteX14" fmla="*/ 10632 w 33829"/>
                  <a:gd name="connsiteY14" fmla="*/ 10149 h 55577"/>
                  <a:gd name="connsiteX15" fmla="*/ 9424 w 33829"/>
                  <a:gd name="connsiteY15" fmla="*/ 483 h 55577"/>
                  <a:gd name="connsiteX16" fmla="*/ 0 w 33829"/>
                  <a:gd name="connsiteY16" fmla="*/ 1450 h 55577"/>
                  <a:gd name="connsiteX17" fmla="*/ 242 w 33829"/>
                  <a:gd name="connsiteY17" fmla="*/ 3625 h 55577"/>
                  <a:gd name="connsiteX18" fmla="*/ 725 w 33829"/>
                  <a:gd name="connsiteY18" fmla="*/ 7249 h 55577"/>
                  <a:gd name="connsiteX19" fmla="*/ 967 w 33829"/>
                  <a:gd name="connsiteY19" fmla="*/ 11357 h 55577"/>
                  <a:gd name="connsiteX20" fmla="*/ 1208 w 33829"/>
                  <a:gd name="connsiteY20" fmla="*/ 15465 h 55577"/>
                  <a:gd name="connsiteX21" fmla="*/ 1208 w 33829"/>
                  <a:gd name="connsiteY21" fmla="*/ 56544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9333A91E-2316-4EF6-B3D9-6EEBD206C840}"/>
                </a:ext>
              </a:extLst>
            </p:cNvPr>
            <p:cNvSpPr/>
            <p:nvPr/>
          </p:nvSpPr>
          <p:spPr>
            <a:xfrm>
              <a:off x="10612128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23" name="Grafik 9">
              <a:extLst>
                <a:ext uri="{FF2B5EF4-FFF2-40B4-BE49-F238E27FC236}">
                  <a16:creationId xmlns:a16="http://schemas.microsoft.com/office/drawing/2014/main" id="{C8616353-1EFD-4898-8A56-A00BAFC56FC0}"/>
                </a:ext>
              </a:extLst>
            </p:cNvPr>
            <p:cNvGrpSpPr/>
            <p:nvPr/>
          </p:nvGrpSpPr>
          <p:grpSpPr>
            <a:xfrm>
              <a:off x="10639675" y="1081336"/>
              <a:ext cx="106322" cy="86991"/>
              <a:chOff x="10639675" y="1081336"/>
              <a:chExt cx="106322" cy="86991"/>
            </a:xfrm>
            <a:solidFill>
              <a:srgbClr val="000000"/>
            </a:solidFill>
          </p:grpSpPr>
          <p:sp>
            <p:nvSpPr>
              <p:cNvPr id="32" name="Freihandform: Form 31">
                <a:extLst>
                  <a:ext uri="{FF2B5EF4-FFF2-40B4-BE49-F238E27FC236}">
                    <a16:creationId xmlns:a16="http://schemas.microsoft.com/office/drawing/2014/main" id="{89797380-64F5-4BE7-99B6-07726B5EFB53}"/>
                  </a:ext>
                </a:extLst>
              </p:cNvPr>
              <p:cNvSpPr/>
              <p:nvPr/>
            </p:nvSpPr>
            <p:spPr>
              <a:xfrm>
                <a:off x="10639675" y="1110575"/>
                <a:ext cx="45912" cy="57994"/>
              </a:xfrm>
              <a:custGeom>
                <a:avLst/>
                <a:gdLst>
                  <a:gd name="connsiteX0" fmla="*/ 41804 w 45911"/>
                  <a:gd name="connsiteY0" fmla="*/ 44462 h 57994"/>
                  <a:gd name="connsiteX1" fmla="*/ 33830 w 45911"/>
                  <a:gd name="connsiteY1" fmla="*/ 50261 h 57994"/>
                  <a:gd name="connsiteX2" fmla="*/ 26581 w 45911"/>
                  <a:gd name="connsiteY2" fmla="*/ 51711 h 57994"/>
                  <a:gd name="connsiteX3" fmla="*/ 18848 w 45911"/>
                  <a:gd name="connsiteY3" fmla="*/ 50020 h 57994"/>
                  <a:gd name="connsiteX4" fmla="*/ 13774 w 45911"/>
                  <a:gd name="connsiteY4" fmla="*/ 45187 h 57994"/>
                  <a:gd name="connsiteX5" fmla="*/ 11116 w 45911"/>
                  <a:gd name="connsiteY5" fmla="*/ 38179 h 57994"/>
                  <a:gd name="connsiteX6" fmla="*/ 10391 w 45911"/>
                  <a:gd name="connsiteY6" fmla="*/ 30205 h 57994"/>
                  <a:gd name="connsiteX7" fmla="*/ 11357 w 45911"/>
                  <a:gd name="connsiteY7" fmla="*/ 21748 h 57994"/>
                  <a:gd name="connsiteX8" fmla="*/ 14257 w 45911"/>
                  <a:gd name="connsiteY8" fmla="*/ 14015 h 57994"/>
                  <a:gd name="connsiteX9" fmla="*/ 19331 w 45911"/>
                  <a:gd name="connsiteY9" fmla="*/ 8457 h 57994"/>
                  <a:gd name="connsiteX10" fmla="*/ 26822 w 45911"/>
                  <a:gd name="connsiteY10" fmla="*/ 6283 h 57994"/>
                  <a:gd name="connsiteX11" fmla="*/ 34555 w 45911"/>
                  <a:gd name="connsiteY11" fmla="*/ 7733 h 57994"/>
                  <a:gd name="connsiteX12" fmla="*/ 39629 w 45911"/>
                  <a:gd name="connsiteY12" fmla="*/ 11599 h 57994"/>
                  <a:gd name="connsiteX13" fmla="*/ 44462 w 45911"/>
                  <a:gd name="connsiteY13" fmla="*/ 4350 h 57994"/>
                  <a:gd name="connsiteX14" fmla="*/ 36488 w 45911"/>
                  <a:gd name="connsiteY14" fmla="*/ 967 h 57994"/>
                  <a:gd name="connsiteX15" fmla="*/ 28030 w 45911"/>
                  <a:gd name="connsiteY15" fmla="*/ 0 h 57994"/>
                  <a:gd name="connsiteX16" fmla="*/ 16432 w 45911"/>
                  <a:gd name="connsiteY16" fmla="*/ 2175 h 57994"/>
                  <a:gd name="connsiteX17" fmla="*/ 7491 w 45911"/>
                  <a:gd name="connsiteY17" fmla="*/ 8216 h 57994"/>
                  <a:gd name="connsiteX18" fmla="*/ 1933 w 45911"/>
                  <a:gd name="connsiteY18" fmla="*/ 17640 h 57994"/>
                  <a:gd name="connsiteX19" fmla="*/ 0 w 45911"/>
                  <a:gd name="connsiteY19" fmla="*/ 29722 h 57994"/>
                  <a:gd name="connsiteX20" fmla="*/ 7008 w 45911"/>
                  <a:gd name="connsiteY20" fmla="*/ 50986 h 57994"/>
                  <a:gd name="connsiteX21" fmla="*/ 26581 w 45911"/>
                  <a:gd name="connsiteY21" fmla="*/ 58236 h 57994"/>
                  <a:gd name="connsiteX22" fmla="*/ 31172 w 45911"/>
                  <a:gd name="connsiteY22" fmla="*/ 57752 h 57994"/>
                  <a:gd name="connsiteX23" fmla="*/ 36246 w 45911"/>
                  <a:gd name="connsiteY23" fmla="*/ 56303 h 57994"/>
                  <a:gd name="connsiteX24" fmla="*/ 41321 w 45911"/>
                  <a:gd name="connsiteY24" fmla="*/ 53403 h 57994"/>
                  <a:gd name="connsiteX25" fmla="*/ 46154 w 45911"/>
                  <a:gd name="connsiteY25" fmla="*/ 48328 h 57994"/>
                  <a:gd name="connsiteX26" fmla="*/ 41804 w 45911"/>
                  <a:gd name="connsiteY26" fmla="*/ 44462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33" name="Freihandform: Form 32">
                <a:extLst>
                  <a:ext uri="{FF2B5EF4-FFF2-40B4-BE49-F238E27FC236}">
                    <a16:creationId xmlns:a16="http://schemas.microsoft.com/office/drawing/2014/main" id="{FB09C04D-B801-4043-976F-2CB57892DD7A}"/>
                  </a:ext>
                </a:extLst>
              </p:cNvPr>
              <p:cNvSpPr/>
              <p:nvPr/>
            </p:nvSpPr>
            <p:spPr>
              <a:xfrm>
                <a:off x="10699360" y="1081336"/>
                <a:ext cx="45912" cy="84575"/>
              </a:xfrm>
              <a:custGeom>
                <a:avLst/>
                <a:gdLst>
                  <a:gd name="connsiteX0" fmla="*/ 9907 w 45911"/>
                  <a:gd name="connsiteY0" fmla="*/ 0 h 84574"/>
                  <a:gd name="connsiteX1" fmla="*/ 0 w 45911"/>
                  <a:gd name="connsiteY1" fmla="*/ 0 h 84574"/>
                  <a:gd name="connsiteX2" fmla="*/ 0 w 45911"/>
                  <a:gd name="connsiteY2" fmla="*/ 86266 h 84574"/>
                  <a:gd name="connsiteX3" fmla="*/ 9907 w 45911"/>
                  <a:gd name="connsiteY3" fmla="*/ 86266 h 84574"/>
                  <a:gd name="connsiteX4" fmla="*/ 9907 w 45911"/>
                  <a:gd name="connsiteY4" fmla="*/ 55094 h 84574"/>
                  <a:gd name="connsiteX5" fmla="*/ 11116 w 45911"/>
                  <a:gd name="connsiteY5" fmla="*/ 47845 h 84574"/>
                  <a:gd name="connsiteX6" fmla="*/ 14499 w 45911"/>
                  <a:gd name="connsiteY6" fmla="*/ 42046 h 84574"/>
                  <a:gd name="connsiteX7" fmla="*/ 19331 w 45911"/>
                  <a:gd name="connsiteY7" fmla="*/ 38179 h 84574"/>
                  <a:gd name="connsiteX8" fmla="*/ 25614 w 45911"/>
                  <a:gd name="connsiteY8" fmla="*/ 36730 h 84574"/>
                  <a:gd name="connsiteX9" fmla="*/ 31655 w 45911"/>
                  <a:gd name="connsiteY9" fmla="*/ 37696 h 84574"/>
                  <a:gd name="connsiteX10" fmla="*/ 35280 w 45911"/>
                  <a:gd name="connsiteY10" fmla="*/ 40596 h 84574"/>
                  <a:gd name="connsiteX11" fmla="*/ 36971 w 45911"/>
                  <a:gd name="connsiteY11" fmla="*/ 45187 h 84574"/>
                  <a:gd name="connsiteX12" fmla="*/ 37454 w 45911"/>
                  <a:gd name="connsiteY12" fmla="*/ 51470 h 84574"/>
                  <a:gd name="connsiteX13" fmla="*/ 37454 w 45911"/>
                  <a:gd name="connsiteY13" fmla="*/ 86024 h 84574"/>
                  <a:gd name="connsiteX14" fmla="*/ 47362 w 45911"/>
                  <a:gd name="connsiteY14" fmla="*/ 86024 h 84574"/>
                  <a:gd name="connsiteX15" fmla="*/ 47362 w 45911"/>
                  <a:gd name="connsiteY15" fmla="*/ 51470 h 84574"/>
                  <a:gd name="connsiteX16" fmla="*/ 46879 w 45911"/>
                  <a:gd name="connsiteY16" fmla="*/ 43012 h 84574"/>
                  <a:gd name="connsiteX17" fmla="*/ 44704 w 45911"/>
                  <a:gd name="connsiteY17" fmla="*/ 36005 h 84574"/>
                  <a:gd name="connsiteX18" fmla="*/ 38904 w 45911"/>
                  <a:gd name="connsiteY18" fmla="*/ 31172 h 84574"/>
                  <a:gd name="connsiteX19" fmla="*/ 28272 w 45911"/>
                  <a:gd name="connsiteY19" fmla="*/ 29239 h 84574"/>
                  <a:gd name="connsiteX20" fmla="*/ 20781 w 45911"/>
                  <a:gd name="connsiteY20" fmla="*/ 30447 h 84574"/>
                  <a:gd name="connsiteX21" fmla="*/ 15465 w 45911"/>
                  <a:gd name="connsiteY21" fmla="*/ 33347 h 84574"/>
                  <a:gd name="connsiteX22" fmla="*/ 12082 w 45911"/>
                  <a:gd name="connsiteY22" fmla="*/ 36730 h 84574"/>
                  <a:gd name="connsiteX23" fmla="*/ 10149 w 45911"/>
                  <a:gd name="connsiteY23" fmla="*/ 39388 h 84574"/>
                  <a:gd name="connsiteX24" fmla="*/ 10149 w 45911"/>
                  <a:gd name="connsiteY24" fmla="*/ 0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0C5D06E4-755E-46B7-B5D7-711E6626EED4}"/>
                </a:ext>
              </a:extLst>
            </p:cNvPr>
            <p:cNvSpPr/>
            <p:nvPr/>
          </p:nvSpPr>
          <p:spPr>
            <a:xfrm>
              <a:off x="10808824" y="1089069"/>
              <a:ext cx="57994" cy="77325"/>
            </a:xfrm>
            <a:custGeom>
              <a:avLst/>
              <a:gdLst>
                <a:gd name="connsiteX0" fmla="*/ 10149 w 57994"/>
                <a:gd name="connsiteY0" fmla="*/ 78292 h 77325"/>
                <a:gd name="connsiteX1" fmla="*/ 10149 w 57994"/>
                <a:gd name="connsiteY1" fmla="*/ 40837 h 77325"/>
                <a:gd name="connsiteX2" fmla="*/ 48812 w 57994"/>
                <a:gd name="connsiteY2" fmla="*/ 40837 h 77325"/>
                <a:gd name="connsiteX3" fmla="*/ 48812 w 57994"/>
                <a:gd name="connsiteY3" fmla="*/ 78292 h 77325"/>
                <a:gd name="connsiteX4" fmla="*/ 58961 w 57994"/>
                <a:gd name="connsiteY4" fmla="*/ 78292 h 77325"/>
                <a:gd name="connsiteX5" fmla="*/ 58961 w 57994"/>
                <a:gd name="connsiteY5" fmla="*/ 0 h 77325"/>
                <a:gd name="connsiteX6" fmla="*/ 48812 w 57994"/>
                <a:gd name="connsiteY6" fmla="*/ 0 h 77325"/>
                <a:gd name="connsiteX7" fmla="*/ 48812 w 57994"/>
                <a:gd name="connsiteY7" fmla="*/ 34071 h 77325"/>
                <a:gd name="connsiteX8" fmla="*/ 10149 w 57994"/>
                <a:gd name="connsiteY8" fmla="*/ 34071 h 77325"/>
                <a:gd name="connsiteX9" fmla="*/ 10149 w 57994"/>
                <a:gd name="connsiteY9" fmla="*/ 0 h 77325"/>
                <a:gd name="connsiteX10" fmla="*/ 0 w 57994"/>
                <a:gd name="connsiteY10" fmla="*/ 0 h 77325"/>
                <a:gd name="connsiteX11" fmla="*/ 0 w 57994"/>
                <a:gd name="connsiteY11" fmla="*/ 78292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C88A03F6-FACB-4995-B138-81008C66E666}"/>
                </a:ext>
              </a:extLst>
            </p:cNvPr>
            <p:cNvSpPr/>
            <p:nvPr/>
          </p:nvSpPr>
          <p:spPr>
            <a:xfrm>
              <a:off x="10886391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5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26" name="Freihandform: Form 25">
              <a:extLst>
                <a:ext uri="{FF2B5EF4-FFF2-40B4-BE49-F238E27FC236}">
                  <a16:creationId xmlns:a16="http://schemas.microsoft.com/office/drawing/2014/main" id="{29192B9C-F3FF-4EAF-BBCF-ACEA07ACC4AB}"/>
                </a:ext>
              </a:extLst>
            </p:cNvPr>
            <p:cNvSpPr/>
            <p:nvPr/>
          </p:nvSpPr>
          <p:spPr>
            <a:xfrm>
              <a:off x="109511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27" name="Grafik 9">
              <a:extLst>
                <a:ext uri="{FF2B5EF4-FFF2-40B4-BE49-F238E27FC236}">
                  <a16:creationId xmlns:a16="http://schemas.microsoft.com/office/drawing/2014/main" id="{3BE7F837-4861-4A4D-BD76-15443C5AA3A4}"/>
                </a:ext>
              </a:extLst>
            </p:cNvPr>
            <p:cNvGrpSpPr/>
            <p:nvPr/>
          </p:nvGrpSpPr>
          <p:grpSpPr>
            <a:xfrm>
              <a:off x="10321916" y="1110575"/>
              <a:ext cx="1399106" cy="241642"/>
              <a:chOff x="10321916" y="1110575"/>
              <a:chExt cx="1399106" cy="241642"/>
            </a:xfrm>
            <a:solidFill>
              <a:schemeClr val="accent1"/>
            </a:solidFill>
          </p:grpSpPr>
          <p:sp>
            <p:nvSpPr>
              <p:cNvPr id="28" name="Freihandform: Form 27">
                <a:extLst>
                  <a:ext uri="{FF2B5EF4-FFF2-40B4-BE49-F238E27FC236}">
                    <a16:creationId xmlns:a16="http://schemas.microsoft.com/office/drawing/2014/main" id="{BB1FE5B7-58E9-40E5-A04E-E7CAAE5D0E37}"/>
                  </a:ext>
                </a:extLst>
              </p:cNvPr>
              <p:cNvSpPr/>
              <p:nvPr/>
            </p:nvSpPr>
            <p:spPr>
              <a:xfrm>
                <a:off x="109818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29" name="Freihandform: Form 28">
                <a:extLst>
                  <a:ext uri="{FF2B5EF4-FFF2-40B4-BE49-F238E27FC236}">
                    <a16:creationId xmlns:a16="http://schemas.microsoft.com/office/drawing/2014/main" id="{E90E6BEA-4D78-4289-A05B-4F064701D3E5}"/>
                  </a:ext>
                </a:extLst>
              </p:cNvPr>
              <p:cNvSpPr/>
              <p:nvPr/>
            </p:nvSpPr>
            <p:spPr>
              <a:xfrm>
                <a:off x="11046358" y="1110575"/>
                <a:ext cx="48328" cy="57994"/>
              </a:xfrm>
              <a:custGeom>
                <a:avLst/>
                <a:gdLst>
                  <a:gd name="connsiteX0" fmla="*/ 9907 w 48328"/>
                  <a:gd name="connsiteY0" fmla="*/ 24647 h 57994"/>
                  <a:gd name="connsiteX1" fmla="*/ 11599 w 48328"/>
                  <a:gd name="connsiteY1" fmla="*/ 17640 h 57994"/>
                  <a:gd name="connsiteX2" fmla="*/ 14740 w 48328"/>
                  <a:gd name="connsiteY2" fmla="*/ 11840 h 57994"/>
                  <a:gd name="connsiteX3" fmla="*/ 19331 w 48328"/>
                  <a:gd name="connsiteY3" fmla="*/ 7733 h 57994"/>
                  <a:gd name="connsiteX4" fmla="*/ 25372 w 48328"/>
                  <a:gd name="connsiteY4" fmla="*/ 6283 h 57994"/>
                  <a:gd name="connsiteX5" fmla="*/ 33830 w 48328"/>
                  <a:gd name="connsiteY5" fmla="*/ 10874 h 57994"/>
                  <a:gd name="connsiteX6" fmla="*/ 36971 w 48328"/>
                  <a:gd name="connsiteY6" fmla="*/ 22956 h 57994"/>
                  <a:gd name="connsiteX7" fmla="*/ 36971 w 48328"/>
                  <a:gd name="connsiteY7" fmla="*/ 24889 h 57994"/>
                  <a:gd name="connsiteX8" fmla="*/ 9907 w 48328"/>
                  <a:gd name="connsiteY8" fmla="*/ 24889 h 57994"/>
                  <a:gd name="connsiteX9" fmla="*/ 9666 w 48328"/>
                  <a:gd name="connsiteY9" fmla="*/ 30930 h 57994"/>
                  <a:gd name="connsiteX10" fmla="*/ 47120 w 48328"/>
                  <a:gd name="connsiteY10" fmla="*/ 30930 h 57994"/>
                  <a:gd name="connsiteX11" fmla="*/ 47120 w 48328"/>
                  <a:gd name="connsiteY11" fmla="*/ 25372 h 57994"/>
                  <a:gd name="connsiteX12" fmla="*/ 46154 w 48328"/>
                  <a:gd name="connsiteY12" fmla="*/ 16190 h 57994"/>
                  <a:gd name="connsiteX13" fmla="*/ 42529 w 48328"/>
                  <a:gd name="connsiteY13" fmla="*/ 7974 h 57994"/>
                  <a:gd name="connsiteX14" fmla="*/ 35763 w 48328"/>
                  <a:gd name="connsiteY14" fmla="*/ 2175 h 57994"/>
                  <a:gd name="connsiteX15" fmla="*/ 25131 w 48328"/>
                  <a:gd name="connsiteY15" fmla="*/ 0 h 57994"/>
                  <a:gd name="connsiteX16" fmla="*/ 15223 w 48328"/>
                  <a:gd name="connsiteY16" fmla="*/ 2175 h 57994"/>
                  <a:gd name="connsiteX17" fmla="*/ 7249 w 48328"/>
                  <a:gd name="connsiteY17" fmla="*/ 8216 h 57994"/>
                  <a:gd name="connsiteX18" fmla="*/ 1933 w 48328"/>
                  <a:gd name="connsiteY18" fmla="*/ 17398 h 57994"/>
                  <a:gd name="connsiteX19" fmla="*/ 0 w 48328"/>
                  <a:gd name="connsiteY19" fmla="*/ 29239 h 57994"/>
                  <a:gd name="connsiteX20" fmla="*/ 6766 w 48328"/>
                  <a:gd name="connsiteY20" fmla="*/ 50986 h 57994"/>
                  <a:gd name="connsiteX21" fmla="*/ 26581 w 48328"/>
                  <a:gd name="connsiteY21" fmla="*/ 58477 h 57994"/>
                  <a:gd name="connsiteX22" fmla="*/ 38663 w 48328"/>
                  <a:gd name="connsiteY22" fmla="*/ 55819 h 57994"/>
                  <a:gd name="connsiteX23" fmla="*/ 48328 w 48328"/>
                  <a:gd name="connsiteY23" fmla="*/ 47845 h 57994"/>
                  <a:gd name="connsiteX24" fmla="*/ 44462 w 48328"/>
                  <a:gd name="connsiteY24" fmla="*/ 43737 h 57994"/>
                  <a:gd name="connsiteX25" fmla="*/ 35038 w 48328"/>
                  <a:gd name="connsiteY25" fmla="*/ 50261 h 57994"/>
                  <a:gd name="connsiteX26" fmla="*/ 27306 w 48328"/>
                  <a:gd name="connsiteY26" fmla="*/ 51711 h 57994"/>
                  <a:gd name="connsiteX27" fmla="*/ 14740 w 48328"/>
                  <a:gd name="connsiteY27" fmla="*/ 46395 h 57994"/>
                  <a:gd name="connsiteX28" fmla="*/ 9666 w 48328"/>
                  <a:gd name="connsiteY28" fmla="*/ 30930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30" name="Freihandform: Form 29">
                <a:extLst>
                  <a:ext uri="{FF2B5EF4-FFF2-40B4-BE49-F238E27FC236}">
                    <a16:creationId xmlns:a16="http://schemas.microsoft.com/office/drawing/2014/main" id="{174474D8-C33C-4271-85AE-095508EFB8EE}"/>
                  </a:ext>
                </a:extLst>
              </p:cNvPr>
              <p:cNvSpPr/>
              <p:nvPr/>
            </p:nvSpPr>
            <p:spPr>
              <a:xfrm>
                <a:off x="10321916" y="1217139"/>
                <a:ext cx="1179212" cy="84575"/>
              </a:xfrm>
              <a:custGeom>
                <a:avLst/>
                <a:gdLst>
                  <a:gd name="connsiteX0" fmla="*/ 1181145 w 1179211"/>
                  <a:gd name="connsiteY0" fmla="*/ 2658 h 84574"/>
                  <a:gd name="connsiteX1" fmla="*/ 1176071 w 1179211"/>
                  <a:gd name="connsiteY1" fmla="*/ 725 h 84574"/>
                  <a:gd name="connsiteX2" fmla="*/ 1168580 w 1179211"/>
                  <a:gd name="connsiteY2" fmla="*/ 0 h 84574"/>
                  <a:gd name="connsiteX3" fmla="*/ 1158672 w 1179211"/>
                  <a:gd name="connsiteY3" fmla="*/ 1933 h 84574"/>
                  <a:gd name="connsiteX4" fmla="*/ 1151182 w 1179211"/>
                  <a:gd name="connsiteY4" fmla="*/ 8941 h 84574"/>
                  <a:gd name="connsiteX5" fmla="*/ 1148282 w 1179211"/>
                  <a:gd name="connsiteY5" fmla="*/ 16915 h 84574"/>
                  <a:gd name="connsiteX6" fmla="*/ 1147799 w 1179211"/>
                  <a:gd name="connsiteY6" fmla="*/ 25131 h 84574"/>
                  <a:gd name="connsiteX7" fmla="*/ 1147799 w 1179211"/>
                  <a:gd name="connsiteY7" fmla="*/ 29239 h 84574"/>
                  <a:gd name="connsiteX8" fmla="*/ 1137891 w 1179211"/>
                  <a:gd name="connsiteY8" fmla="*/ 29239 h 84574"/>
                  <a:gd name="connsiteX9" fmla="*/ 1137891 w 1179211"/>
                  <a:gd name="connsiteY9" fmla="*/ 35521 h 84574"/>
                  <a:gd name="connsiteX10" fmla="*/ 1147799 w 1179211"/>
                  <a:gd name="connsiteY10" fmla="*/ 35521 h 84574"/>
                  <a:gd name="connsiteX11" fmla="*/ 1147799 w 1179211"/>
                  <a:gd name="connsiteY11" fmla="*/ 84333 h 84574"/>
                  <a:gd name="connsiteX12" fmla="*/ 1157223 w 1179211"/>
                  <a:gd name="connsiteY12" fmla="*/ 84333 h 84574"/>
                  <a:gd name="connsiteX13" fmla="*/ 1157223 w 1179211"/>
                  <a:gd name="connsiteY13" fmla="*/ 35280 h 84574"/>
                  <a:gd name="connsiteX14" fmla="*/ 1172446 w 1179211"/>
                  <a:gd name="connsiteY14" fmla="*/ 35280 h 84574"/>
                  <a:gd name="connsiteX15" fmla="*/ 1172446 w 1179211"/>
                  <a:gd name="connsiteY15" fmla="*/ 28997 h 84574"/>
                  <a:gd name="connsiteX16" fmla="*/ 1157223 w 1179211"/>
                  <a:gd name="connsiteY16" fmla="*/ 28997 h 84574"/>
                  <a:gd name="connsiteX17" fmla="*/ 1157223 w 1179211"/>
                  <a:gd name="connsiteY17" fmla="*/ 25372 h 84574"/>
                  <a:gd name="connsiteX18" fmla="*/ 1157464 w 1179211"/>
                  <a:gd name="connsiteY18" fmla="*/ 18606 h 84574"/>
                  <a:gd name="connsiteX19" fmla="*/ 1158672 w 1179211"/>
                  <a:gd name="connsiteY19" fmla="*/ 12324 h 84574"/>
                  <a:gd name="connsiteX20" fmla="*/ 1161572 w 1179211"/>
                  <a:gd name="connsiteY20" fmla="*/ 7733 h 84574"/>
                  <a:gd name="connsiteX21" fmla="*/ 1167130 w 1179211"/>
                  <a:gd name="connsiteY21" fmla="*/ 5799 h 84574"/>
                  <a:gd name="connsiteX22" fmla="*/ 1173413 w 1179211"/>
                  <a:gd name="connsiteY22" fmla="*/ 7008 h 84574"/>
                  <a:gd name="connsiteX23" fmla="*/ 1177762 w 1179211"/>
                  <a:gd name="connsiteY23" fmla="*/ 9666 h 84574"/>
                  <a:gd name="connsiteX24" fmla="*/ 1181145 w 1179211"/>
                  <a:gd name="connsiteY24" fmla="*/ 2658 h 84574"/>
                  <a:gd name="connsiteX25" fmla="*/ 1092946 w 1179211"/>
                  <a:gd name="connsiteY25" fmla="*/ 84091 h 84574"/>
                  <a:gd name="connsiteX26" fmla="*/ 1102370 w 1179211"/>
                  <a:gd name="connsiteY26" fmla="*/ 84091 h 84574"/>
                  <a:gd name="connsiteX27" fmla="*/ 1102370 w 1179211"/>
                  <a:gd name="connsiteY27" fmla="*/ 57511 h 84574"/>
                  <a:gd name="connsiteX28" fmla="*/ 1102612 w 1179211"/>
                  <a:gd name="connsiteY28" fmla="*/ 51953 h 84574"/>
                  <a:gd name="connsiteX29" fmla="*/ 1103337 w 1179211"/>
                  <a:gd name="connsiteY29" fmla="*/ 46637 h 84574"/>
                  <a:gd name="connsiteX30" fmla="*/ 1107444 w 1179211"/>
                  <a:gd name="connsiteY30" fmla="*/ 37938 h 84574"/>
                  <a:gd name="connsiteX31" fmla="*/ 1113485 w 1179211"/>
                  <a:gd name="connsiteY31" fmla="*/ 34555 h 84574"/>
                  <a:gd name="connsiteX32" fmla="*/ 1119526 w 1179211"/>
                  <a:gd name="connsiteY32" fmla="*/ 40596 h 84574"/>
                  <a:gd name="connsiteX33" fmla="*/ 1127742 w 1179211"/>
                  <a:gd name="connsiteY33" fmla="*/ 37696 h 84574"/>
                  <a:gd name="connsiteX34" fmla="*/ 1126534 w 1179211"/>
                  <a:gd name="connsiteY34" fmla="*/ 32863 h 84574"/>
                  <a:gd name="connsiteX35" fmla="*/ 1124118 w 1179211"/>
                  <a:gd name="connsiteY35" fmla="*/ 29722 h 84574"/>
                  <a:gd name="connsiteX36" fmla="*/ 1120735 w 1179211"/>
                  <a:gd name="connsiteY36" fmla="*/ 28030 h 84574"/>
                  <a:gd name="connsiteX37" fmla="*/ 1117352 w 1179211"/>
                  <a:gd name="connsiteY37" fmla="*/ 27547 h 84574"/>
                  <a:gd name="connsiteX38" fmla="*/ 1108653 w 1179211"/>
                  <a:gd name="connsiteY38" fmla="*/ 30205 h 84574"/>
                  <a:gd name="connsiteX39" fmla="*/ 1102370 w 1179211"/>
                  <a:gd name="connsiteY39" fmla="*/ 37696 h 84574"/>
                  <a:gd name="connsiteX40" fmla="*/ 1101162 w 1179211"/>
                  <a:gd name="connsiteY40" fmla="*/ 28272 h 84574"/>
                  <a:gd name="connsiteX41" fmla="*/ 1091738 w 1179211"/>
                  <a:gd name="connsiteY41" fmla="*/ 29239 h 84574"/>
                  <a:gd name="connsiteX42" fmla="*/ 1091979 w 1179211"/>
                  <a:gd name="connsiteY42" fmla="*/ 31413 h 84574"/>
                  <a:gd name="connsiteX43" fmla="*/ 1092463 w 1179211"/>
                  <a:gd name="connsiteY43" fmla="*/ 35038 h 84574"/>
                  <a:gd name="connsiteX44" fmla="*/ 1092704 w 1179211"/>
                  <a:gd name="connsiteY44" fmla="*/ 39146 h 84574"/>
                  <a:gd name="connsiteX45" fmla="*/ 1092946 w 1179211"/>
                  <a:gd name="connsiteY45" fmla="*/ 43254 h 84574"/>
                  <a:gd name="connsiteX46" fmla="*/ 1092946 w 1179211"/>
                  <a:gd name="connsiteY46" fmla="*/ 84091 h 84574"/>
                  <a:gd name="connsiteX47" fmla="*/ 1062016 w 1179211"/>
                  <a:gd name="connsiteY47" fmla="*/ 72251 h 84574"/>
                  <a:gd name="connsiteX48" fmla="*/ 1049934 w 1179211"/>
                  <a:gd name="connsiteY48" fmla="*/ 78292 h 84574"/>
                  <a:gd name="connsiteX49" fmla="*/ 1037852 w 1179211"/>
                  <a:gd name="connsiteY49" fmla="*/ 72251 h 84574"/>
                  <a:gd name="connsiteX50" fmla="*/ 1033502 w 1179211"/>
                  <a:gd name="connsiteY50" fmla="*/ 55819 h 84574"/>
                  <a:gd name="connsiteX51" fmla="*/ 1037852 w 1179211"/>
                  <a:gd name="connsiteY51" fmla="*/ 39629 h 84574"/>
                  <a:gd name="connsiteX52" fmla="*/ 1050175 w 1179211"/>
                  <a:gd name="connsiteY52" fmla="*/ 33588 h 84574"/>
                  <a:gd name="connsiteX53" fmla="*/ 1062499 w 1179211"/>
                  <a:gd name="connsiteY53" fmla="*/ 39629 h 84574"/>
                  <a:gd name="connsiteX54" fmla="*/ 1066849 w 1179211"/>
                  <a:gd name="connsiteY54" fmla="*/ 55819 h 84574"/>
                  <a:gd name="connsiteX55" fmla="*/ 1062016 w 1179211"/>
                  <a:gd name="connsiteY55" fmla="*/ 72251 h 84574"/>
                  <a:gd name="connsiteX56" fmla="*/ 1075306 w 1179211"/>
                  <a:gd name="connsiteY56" fmla="*/ 44462 h 84574"/>
                  <a:gd name="connsiteX57" fmla="*/ 1070232 w 1179211"/>
                  <a:gd name="connsiteY57" fmla="*/ 35280 h 84574"/>
                  <a:gd name="connsiteX58" fmla="*/ 1061774 w 1179211"/>
                  <a:gd name="connsiteY58" fmla="*/ 29480 h 84574"/>
                  <a:gd name="connsiteX59" fmla="*/ 1050175 w 1179211"/>
                  <a:gd name="connsiteY59" fmla="*/ 27306 h 84574"/>
                  <a:gd name="connsiteX60" fmla="*/ 1038576 w 1179211"/>
                  <a:gd name="connsiteY60" fmla="*/ 29480 h 84574"/>
                  <a:gd name="connsiteX61" fmla="*/ 1030119 w 1179211"/>
                  <a:gd name="connsiteY61" fmla="*/ 35280 h 84574"/>
                  <a:gd name="connsiteX62" fmla="*/ 1024803 w 1179211"/>
                  <a:gd name="connsiteY62" fmla="*/ 44462 h 84574"/>
                  <a:gd name="connsiteX63" fmla="*/ 1023111 w 1179211"/>
                  <a:gd name="connsiteY63" fmla="*/ 56303 h 84574"/>
                  <a:gd name="connsiteX64" fmla="*/ 1025286 w 1179211"/>
                  <a:gd name="connsiteY64" fmla="*/ 68626 h 84574"/>
                  <a:gd name="connsiteX65" fmla="*/ 1031086 w 1179211"/>
                  <a:gd name="connsiteY65" fmla="*/ 77809 h 84574"/>
                  <a:gd name="connsiteX66" fmla="*/ 1039785 w 1179211"/>
                  <a:gd name="connsiteY66" fmla="*/ 83608 h 84574"/>
                  <a:gd name="connsiteX67" fmla="*/ 1050417 w 1179211"/>
                  <a:gd name="connsiteY67" fmla="*/ 85783 h 84574"/>
                  <a:gd name="connsiteX68" fmla="*/ 1061049 w 1179211"/>
                  <a:gd name="connsiteY68" fmla="*/ 83608 h 84574"/>
                  <a:gd name="connsiteX69" fmla="*/ 1069748 w 1179211"/>
                  <a:gd name="connsiteY69" fmla="*/ 77809 h 84574"/>
                  <a:gd name="connsiteX70" fmla="*/ 1075548 w 1179211"/>
                  <a:gd name="connsiteY70" fmla="*/ 68626 h 84574"/>
                  <a:gd name="connsiteX71" fmla="*/ 1077722 w 1179211"/>
                  <a:gd name="connsiteY71" fmla="*/ 56303 h 84574"/>
                  <a:gd name="connsiteX72" fmla="*/ 1075306 w 1179211"/>
                  <a:gd name="connsiteY72" fmla="*/ 44462 h 84574"/>
                  <a:gd name="connsiteX73" fmla="*/ 998464 w 1179211"/>
                  <a:gd name="connsiteY73" fmla="*/ 84816 h 84574"/>
                  <a:gd name="connsiteX74" fmla="*/ 1007888 w 1179211"/>
                  <a:gd name="connsiteY74" fmla="*/ 83850 h 84574"/>
                  <a:gd name="connsiteX75" fmla="*/ 1007646 w 1179211"/>
                  <a:gd name="connsiteY75" fmla="*/ 81675 h 84574"/>
                  <a:gd name="connsiteX76" fmla="*/ 1007163 w 1179211"/>
                  <a:gd name="connsiteY76" fmla="*/ 78050 h 84574"/>
                  <a:gd name="connsiteX77" fmla="*/ 1006921 w 1179211"/>
                  <a:gd name="connsiteY77" fmla="*/ 73942 h 84574"/>
                  <a:gd name="connsiteX78" fmla="*/ 1006680 w 1179211"/>
                  <a:gd name="connsiteY78" fmla="*/ 69834 h 84574"/>
                  <a:gd name="connsiteX79" fmla="*/ 1006680 w 1179211"/>
                  <a:gd name="connsiteY79" fmla="*/ 483 h 84574"/>
                  <a:gd name="connsiteX80" fmla="*/ 997497 w 1179211"/>
                  <a:gd name="connsiteY80" fmla="*/ 483 h 84574"/>
                  <a:gd name="connsiteX81" fmla="*/ 997497 w 1179211"/>
                  <a:gd name="connsiteY81" fmla="*/ 36730 h 84574"/>
                  <a:gd name="connsiteX82" fmla="*/ 990973 w 1179211"/>
                  <a:gd name="connsiteY82" fmla="*/ 29964 h 84574"/>
                  <a:gd name="connsiteX83" fmla="*/ 980341 w 1179211"/>
                  <a:gd name="connsiteY83" fmla="*/ 27064 h 84574"/>
                  <a:gd name="connsiteX84" fmla="*/ 970675 w 1179211"/>
                  <a:gd name="connsiteY84" fmla="*/ 28997 h 84574"/>
                  <a:gd name="connsiteX85" fmla="*/ 962701 w 1179211"/>
                  <a:gd name="connsiteY85" fmla="*/ 34555 h 84574"/>
                  <a:gd name="connsiteX86" fmla="*/ 957385 w 1179211"/>
                  <a:gd name="connsiteY86" fmla="*/ 43737 h 84574"/>
                  <a:gd name="connsiteX87" fmla="*/ 955452 w 1179211"/>
                  <a:gd name="connsiteY87" fmla="*/ 56544 h 84574"/>
                  <a:gd name="connsiteX88" fmla="*/ 956902 w 1179211"/>
                  <a:gd name="connsiteY88" fmla="*/ 67660 h 84574"/>
                  <a:gd name="connsiteX89" fmla="*/ 961251 w 1179211"/>
                  <a:gd name="connsiteY89" fmla="*/ 76842 h 84574"/>
                  <a:gd name="connsiteX90" fmla="*/ 968742 w 1179211"/>
                  <a:gd name="connsiteY90" fmla="*/ 83125 h 84574"/>
                  <a:gd name="connsiteX91" fmla="*/ 979616 w 1179211"/>
                  <a:gd name="connsiteY91" fmla="*/ 85300 h 84574"/>
                  <a:gd name="connsiteX92" fmla="*/ 986623 w 1179211"/>
                  <a:gd name="connsiteY92" fmla="*/ 84091 h 84574"/>
                  <a:gd name="connsiteX93" fmla="*/ 991698 w 1179211"/>
                  <a:gd name="connsiteY93" fmla="*/ 81433 h 84574"/>
                  <a:gd name="connsiteX94" fmla="*/ 995081 w 1179211"/>
                  <a:gd name="connsiteY94" fmla="*/ 78050 h 84574"/>
                  <a:gd name="connsiteX95" fmla="*/ 997014 w 1179211"/>
                  <a:gd name="connsiteY95" fmla="*/ 74909 h 84574"/>
                  <a:gd name="connsiteX96" fmla="*/ 998464 w 1179211"/>
                  <a:gd name="connsiteY96" fmla="*/ 84816 h 84574"/>
                  <a:gd name="connsiteX97" fmla="*/ 996048 w 1179211"/>
                  <a:gd name="connsiteY97" fmla="*/ 67660 h 84574"/>
                  <a:gd name="connsiteX98" fmla="*/ 991456 w 1179211"/>
                  <a:gd name="connsiteY98" fmla="*/ 74667 h 84574"/>
                  <a:gd name="connsiteX99" fmla="*/ 985657 w 1179211"/>
                  <a:gd name="connsiteY99" fmla="*/ 78050 h 84574"/>
                  <a:gd name="connsiteX100" fmla="*/ 980582 w 1179211"/>
                  <a:gd name="connsiteY100" fmla="*/ 78775 h 84574"/>
                  <a:gd name="connsiteX101" fmla="*/ 974058 w 1179211"/>
                  <a:gd name="connsiteY101" fmla="*/ 77084 h 84574"/>
                  <a:gd name="connsiteX102" fmla="*/ 969467 w 1179211"/>
                  <a:gd name="connsiteY102" fmla="*/ 72493 h 84574"/>
                  <a:gd name="connsiteX103" fmla="*/ 966809 w 1179211"/>
                  <a:gd name="connsiteY103" fmla="*/ 65243 h 84574"/>
                  <a:gd name="connsiteX104" fmla="*/ 965842 w 1179211"/>
                  <a:gd name="connsiteY104" fmla="*/ 56303 h 84574"/>
                  <a:gd name="connsiteX105" fmla="*/ 967051 w 1179211"/>
                  <a:gd name="connsiteY105" fmla="*/ 47362 h 84574"/>
                  <a:gd name="connsiteX106" fmla="*/ 970192 w 1179211"/>
                  <a:gd name="connsiteY106" fmla="*/ 40354 h 84574"/>
                  <a:gd name="connsiteX107" fmla="*/ 975266 w 1179211"/>
                  <a:gd name="connsiteY107" fmla="*/ 36005 h 84574"/>
                  <a:gd name="connsiteX108" fmla="*/ 981549 w 1179211"/>
                  <a:gd name="connsiteY108" fmla="*/ 34555 h 84574"/>
                  <a:gd name="connsiteX109" fmla="*/ 987832 w 1179211"/>
                  <a:gd name="connsiteY109" fmla="*/ 35763 h 84574"/>
                  <a:gd name="connsiteX110" fmla="*/ 992906 w 1179211"/>
                  <a:gd name="connsiteY110" fmla="*/ 39629 h 84574"/>
                  <a:gd name="connsiteX111" fmla="*/ 996531 w 1179211"/>
                  <a:gd name="connsiteY111" fmla="*/ 46395 h 84574"/>
                  <a:gd name="connsiteX112" fmla="*/ 997739 w 1179211"/>
                  <a:gd name="connsiteY112" fmla="*/ 56061 h 84574"/>
                  <a:gd name="connsiteX113" fmla="*/ 996048 w 1179211"/>
                  <a:gd name="connsiteY113" fmla="*/ 67660 h 84574"/>
                  <a:gd name="connsiteX114" fmla="*/ 938537 w 1179211"/>
                  <a:gd name="connsiteY114" fmla="*/ 725 h 84574"/>
                  <a:gd name="connsiteX115" fmla="*/ 928629 w 1179211"/>
                  <a:gd name="connsiteY115" fmla="*/ 725 h 84574"/>
                  <a:gd name="connsiteX116" fmla="*/ 928629 w 1179211"/>
                  <a:gd name="connsiteY116" fmla="*/ 84333 h 84574"/>
                  <a:gd name="connsiteX117" fmla="*/ 938537 w 1179211"/>
                  <a:gd name="connsiteY117" fmla="*/ 84333 h 84574"/>
                  <a:gd name="connsiteX118" fmla="*/ 938537 w 1179211"/>
                  <a:gd name="connsiteY118" fmla="*/ 725 h 84574"/>
                  <a:gd name="connsiteX119" fmla="*/ 897699 w 1179211"/>
                  <a:gd name="connsiteY119" fmla="*/ 38179 h 84574"/>
                  <a:gd name="connsiteX120" fmla="*/ 900841 w 1179211"/>
                  <a:gd name="connsiteY120" fmla="*/ 50262 h 84574"/>
                  <a:gd name="connsiteX121" fmla="*/ 900841 w 1179211"/>
                  <a:gd name="connsiteY121" fmla="*/ 52195 h 84574"/>
                  <a:gd name="connsiteX122" fmla="*/ 873535 w 1179211"/>
                  <a:gd name="connsiteY122" fmla="*/ 52195 h 84574"/>
                  <a:gd name="connsiteX123" fmla="*/ 875227 w 1179211"/>
                  <a:gd name="connsiteY123" fmla="*/ 45187 h 84574"/>
                  <a:gd name="connsiteX124" fmla="*/ 878368 w 1179211"/>
                  <a:gd name="connsiteY124" fmla="*/ 39388 h 84574"/>
                  <a:gd name="connsiteX125" fmla="*/ 882959 w 1179211"/>
                  <a:gd name="connsiteY125" fmla="*/ 35280 h 84574"/>
                  <a:gd name="connsiteX126" fmla="*/ 889000 w 1179211"/>
                  <a:gd name="connsiteY126" fmla="*/ 33830 h 84574"/>
                  <a:gd name="connsiteX127" fmla="*/ 897699 w 1179211"/>
                  <a:gd name="connsiteY127" fmla="*/ 38179 h 84574"/>
                  <a:gd name="connsiteX128" fmla="*/ 910748 w 1179211"/>
                  <a:gd name="connsiteY128" fmla="*/ 58236 h 84574"/>
                  <a:gd name="connsiteX129" fmla="*/ 910748 w 1179211"/>
                  <a:gd name="connsiteY129" fmla="*/ 52678 h 84574"/>
                  <a:gd name="connsiteX130" fmla="*/ 909781 w 1179211"/>
                  <a:gd name="connsiteY130" fmla="*/ 43496 h 84574"/>
                  <a:gd name="connsiteX131" fmla="*/ 906157 w 1179211"/>
                  <a:gd name="connsiteY131" fmla="*/ 35280 h 84574"/>
                  <a:gd name="connsiteX132" fmla="*/ 899391 w 1179211"/>
                  <a:gd name="connsiteY132" fmla="*/ 29480 h 84574"/>
                  <a:gd name="connsiteX133" fmla="*/ 888759 w 1179211"/>
                  <a:gd name="connsiteY133" fmla="*/ 27306 h 84574"/>
                  <a:gd name="connsiteX134" fmla="*/ 878851 w 1179211"/>
                  <a:gd name="connsiteY134" fmla="*/ 29480 h 84574"/>
                  <a:gd name="connsiteX135" fmla="*/ 870877 w 1179211"/>
                  <a:gd name="connsiteY135" fmla="*/ 35521 h 84574"/>
                  <a:gd name="connsiteX136" fmla="*/ 865561 w 1179211"/>
                  <a:gd name="connsiteY136" fmla="*/ 44704 h 84574"/>
                  <a:gd name="connsiteX137" fmla="*/ 863628 w 1179211"/>
                  <a:gd name="connsiteY137" fmla="*/ 56544 h 84574"/>
                  <a:gd name="connsiteX138" fmla="*/ 870394 w 1179211"/>
                  <a:gd name="connsiteY138" fmla="*/ 78292 h 84574"/>
                  <a:gd name="connsiteX139" fmla="*/ 890208 w 1179211"/>
                  <a:gd name="connsiteY139" fmla="*/ 85783 h 84574"/>
                  <a:gd name="connsiteX140" fmla="*/ 902290 w 1179211"/>
                  <a:gd name="connsiteY140" fmla="*/ 83125 h 84574"/>
                  <a:gd name="connsiteX141" fmla="*/ 911956 w 1179211"/>
                  <a:gd name="connsiteY141" fmla="*/ 75151 h 84574"/>
                  <a:gd name="connsiteX142" fmla="*/ 908090 w 1179211"/>
                  <a:gd name="connsiteY142" fmla="*/ 71043 h 84574"/>
                  <a:gd name="connsiteX143" fmla="*/ 898666 w 1179211"/>
                  <a:gd name="connsiteY143" fmla="*/ 77567 h 84574"/>
                  <a:gd name="connsiteX144" fmla="*/ 890933 w 1179211"/>
                  <a:gd name="connsiteY144" fmla="*/ 79017 h 84574"/>
                  <a:gd name="connsiteX145" fmla="*/ 878368 w 1179211"/>
                  <a:gd name="connsiteY145" fmla="*/ 73701 h 84574"/>
                  <a:gd name="connsiteX146" fmla="*/ 873777 w 1179211"/>
                  <a:gd name="connsiteY146" fmla="*/ 58477 h 84574"/>
                  <a:gd name="connsiteX147" fmla="*/ 910748 w 1179211"/>
                  <a:gd name="connsiteY147" fmla="*/ 58477 h 84574"/>
                  <a:gd name="connsiteX148" fmla="*/ 848404 w 1179211"/>
                  <a:gd name="connsiteY148" fmla="*/ 61377 h 84574"/>
                  <a:gd name="connsiteX149" fmla="*/ 844296 w 1179211"/>
                  <a:gd name="connsiteY149" fmla="*/ 56544 h 84574"/>
                  <a:gd name="connsiteX150" fmla="*/ 838980 w 1179211"/>
                  <a:gd name="connsiteY150" fmla="*/ 53403 h 84574"/>
                  <a:gd name="connsiteX151" fmla="*/ 833181 w 1179211"/>
                  <a:gd name="connsiteY151" fmla="*/ 51470 h 84574"/>
                  <a:gd name="connsiteX152" fmla="*/ 824723 w 1179211"/>
                  <a:gd name="connsiteY152" fmla="*/ 47603 h 84574"/>
                  <a:gd name="connsiteX153" fmla="*/ 821582 w 1179211"/>
                  <a:gd name="connsiteY153" fmla="*/ 40837 h 84574"/>
                  <a:gd name="connsiteX154" fmla="*/ 824482 w 1179211"/>
                  <a:gd name="connsiteY154" fmla="*/ 35280 h 84574"/>
                  <a:gd name="connsiteX155" fmla="*/ 831731 w 1179211"/>
                  <a:gd name="connsiteY155" fmla="*/ 33105 h 84574"/>
                  <a:gd name="connsiteX156" fmla="*/ 838980 w 1179211"/>
                  <a:gd name="connsiteY156" fmla="*/ 34796 h 84574"/>
                  <a:gd name="connsiteX157" fmla="*/ 843572 w 1179211"/>
                  <a:gd name="connsiteY157" fmla="*/ 38421 h 84574"/>
                  <a:gd name="connsiteX158" fmla="*/ 848404 w 1179211"/>
                  <a:gd name="connsiteY158" fmla="*/ 32380 h 84574"/>
                  <a:gd name="connsiteX159" fmla="*/ 842605 w 1179211"/>
                  <a:gd name="connsiteY159" fmla="*/ 28997 h 84574"/>
                  <a:gd name="connsiteX160" fmla="*/ 832214 w 1179211"/>
                  <a:gd name="connsiteY160" fmla="*/ 27306 h 84574"/>
                  <a:gd name="connsiteX161" fmla="*/ 824723 w 1179211"/>
                  <a:gd name="connsiteY161" fmla="*/ 28272 h 84574"/>
                  <a:gd name="connsiteX162" fmla="*/ 818441 w 1179211"/>
                  <a:gd name="connsiteY162" fmla="*/ 31172 h 84574"/>
                  <a:gd name="connsiteX163" fmla="*/ 814091 w 1179211"/>
                  <a:gd name="connsiteY163" fmla="*/ 36005 h 84574"/>
                  <a:gd name="connsiteX164" fmla="*/ 812400 w 1179211"/>
                  <a:gd name="connsiteY164" fmla="*/ 42771 h 84574"/>
                  <a:gd name="connsiteX165" fmla="*/ 813850 w 1179211"/>
                  <a:gd name="connsiteY165" fmla="*/ 50020 h 84574"/>
                  <a:gd name="connsiteX166" fmla="*/ 817716 w 1179211"/>
                  <a:gd name="connsiteY166" fmla="*/ 54853 h 84574"/>
                  <a:gd name="connsiteX167" fmla="*/ 822790 w 1179211"/>
                  <a:gd name="connsiteY167" fmla="*/ 57752 h 84574"/>
                  <a:gd name="connsiteX168" fmla="*/ 828106 w 1179211"/>
                  <a:gd name="connsiteY168" fmla="*/ 59686 h 84574"/>
                  <a:gd name="connsiteX169" fmla="*/ 836564 w 1179211"/>
                  <a:gd name="connsiteY169" fmla="*/ 63310 h 84574"/>
                  <a:gd name="connsiteX170" fmla="*/ 839705 w 1179211"/>
                  <a:gd name="connsiteY170" fmla="*/ 70559 h 84574"/>
                  <a:gd name="connsiteX171" fmla="*/ 837047 w 1179211"/>
                  <a:gd name="connsiteY171" fmla="*/ 77325 h 84574"/>
                  <a:gd name="connsiteX172" fmla="*/ 829556 w 1179211"/>
                  <a:gd name="connsiteY172" fmla="*/ 79742 h 84574"/>
                  <a:gd name="connsiteX173" fmla="*/ 824723 w 1179211"/>
                  <a:gd name="connsiteY173" fmla="*/ 79017 h 84574"/>
                  <a:gd name="connsiteX174" fmla="*/ 820616 w 1179211"/>
                  <a:gd name="connsiteY174" fmla="*/ 76842 h 84574"/>
                  <a:gd name="connsiteX175" fmla="*/ 817233 w 1179211"/>
                  <a:gd name="connsiteY175" fmla="*/ 74184 h 84574"/>
                  <a:gd name="connsiteX176" fmla="*/ 814816 w 1179211"/>
                  <a:gd name="connsiteY176" fmla="*/ 71768 h 84574"/>
                  <a:gd name="connsiteX177" fmla="*/ 809983 w 1179211"/>
                  <a:gd name="connsiteY177" fmla="*/ 79500 h 84574"/>
                  <a:gd name="connsiteX178" fmla="*/ 829073 w 1179211"/>
                  <a:gd name="connsiteY178" fmla="*/ 85783 h 84574"/>
                  <a:gd name="connsiteX179" fmla="*/ 836806 w 1179211"/>
                  <a:gd name="connsiteY179" fmla="*/ 84575 h 84574"/>
                  <a:gd name="connsiteX180" fmla="*/ 843088 w 1179211"/>
                  <a:gd name="connsiteY180" fmla="*/ 81192 h 84574"/>
                  <a:gd name="connsiteX181" fmla="*/ 847438 w 1179211"/>
                  <a:gd name="connsiteY181" fmla="*/ 75634 h 84574"/>
                  <a:gd name="connsiteX182" fmla="*/ 849129 w 1179211"/>
                  <a:gd name="connsiteY182" fmla="*/ 68143 h 84574"/>
                  <a:gd name="connsiteX183" fmla="*/ 848404 w 1179211"/>
                  <a:gd name="connsiteY183" fmla="*/ 61377 h 84574"/>
                  <a:gd name="connsiteX184" fmla="*/ 796693 w 1179211"/>
                  <a:gd name="connsiteY184" fmla="*/ 61377 h 84574"/>
                  <a:gd name="connsiteX185" fmla="*/ 792585 w 1179211"/>
                  <a:gd name="connsiteY185" fmla="*/ 56544 h 84574"/>
                  <a:gd name="connsiteX186" fmla="*/ 787269 w 1179211"/>
                  <a:gd name="connsiteY186" fmla="*/ 53403 h 84574"/>
                  <a:gd name="connsiteX187" fmla="*/ 781470 w 1179211"/>
                  <a:gd name="connsiteY187" fmla="*/ 51470 h 84574"/>
                  <a:gd name="connsiteX188" fmla="*/ 773012 w 1179211"/>
                  <a:gd name="connsiteY188" fmla="*/ 47603 h 84574"/>
                  <a:gd name="connsiteX189" fmla="*/ 769871 w 1179211"/>
                  <a:gd name="connsiteY189" fmla="*/ 40837 h 84574"/>
                  <a:gd name="connsiteX190" fmla="*/ 772770 w 1179211"/>
                  <a:gd name="connsiteY190" fmla="*/ 35280 h 84574"/>
                  <a:gd name="connsiteX191" fmla="*/ 780020 w 1179211"/>
                  <a:gd name="connsiteY191" fmla="*/ 33105 h 84574"/>
                  <a:gd name="connsiteX192" fmla="*/ 787269 w 1179211"/>
                  <a:gd name="connsiteY192" fmla="*/ 34796 h 84574"/>
                  <a:gd name="connsiteX193" fmla="*/ 791860 w 1179211"/>
                  <a:gd name="connsiteY193" fmla="*/ 38421 h 84574"/>
                  <a:gd name="connsiteX194" fmla="*/ 796693 w 1179211"/>
                  <a:gd name="connsiteY194" fmla="*/ 32380 h 84574"/>
                  <a:gd name="connsiteX195" fmla="*/ 790894 w 1179211"/>
                  <a:gd name="connsiteY195" fmla="*/ 28997 h 84574"/>
                  <a:gd name="connsiteX196" fmla="*/ 780503 w 1179211"/>
                  <a:gd name="connsiteY196" fmla="*/ 27306 h 84574"/>
                  <a:gd name="connsiteX197" fmla="*/ 773012 w 1179211"/>
                  <a:gd name="connsiteY197" fmla="*/ 28272 h 84574"/>
                  <a:gd name="connsiteX198" fmla="*/ 766729 w 1179211"/>
                  <a:gd name="connsiteY198" fmla="*/ 31172 h 84574"/>
                  <a:gd name="connsiteX199" fmla="*/ 762380 w 1179211"/>
                  <a:gd name="connsiteY199" fmla="*/ 36005 h 84574"/>
                  <a:gd name="connsiteX200" fmla="*/ 760688 w 1179211"/>
                  <a:gd name="connsiteY200" fmla="*/ 42771 h 84574"/>
                  <a:gd name="connsiteX201" fmla="*/ 762138 w 1179211"/>
                  <a:gd name="connsiteY201" fmla="*/ 50020 h 84574"/>
                  <a:gd name="connsiteX202" fmla="*/ 766005 w 1179211"/>
                  <a:gd name="connsiteY202" fmla="*/ 54853 h 84574"/>
                  <a:gd name="connsiteX203" fmla="*/ 771079 w 1179211"/>
                  <a:gd name="connsiteY203" fmla="*/ 57752 h 84574"/>
                  <a:gd name="connsiteX204" fmla="*/ 776395 w 1179211"/>
                  <a:gd name="connsiteY204" fmla="*/ 59686 h 84574"/>
                  <a:gd name="connsiteX205" fmla="*/ 784853 w 1179211"/>
                  <a:gd name="connsiteY205" fmla="*/ 63310 h 84574"/>
                  <a:gd name="connsiteX206" fmla="*/ 787994 w 1179211"/>
                  <a:gd name="connsiteY206" fmla="*/ 70559 h 84574"/>
                  <a:gd name="connsiteX207" fmla="*/ 785336 w 1179211"/>
                  <a:gd name="connsiteY207" fmla="*/ 77325 h 84574"/>
                  <a:gd name="connsiteX208" fmla="*/ 777845 w 1179211"/>
                  <a:gd name="connsiteY208" fmla="*/ 79742 h 84574"/>
                  <a:gd name="connsiteX209" fmla="*/ 773012 w 1179211"/>
                  <a:gd name="connsiteY209" fmla="*/ 79017 h 84574"/>
                  <a:gd name="connsiteX210" fmla="*/ 768904 w 1179211"/>
                  <a:gd name="connsiteY210" fmla="*/ 76842 h 84574"/>
                  <a:gd name="connsiteX211" fmla="*/ 765521 w 1179211"/>
                  <a:gd name="connsiteY211" fmla="*/ 74184 h 84574"/>
                  <a:gd name="connsiteX212" fmla="*/ 763105 w 1179211"/>
                  <a:gd name="connsiteY212" fmla="*/ 71768 h 84574"/>
                  <a:gd name="connsiteX213" fmla="*/ 758272 w 1179211"/>
                  <a:gd name="connsiteY213" fmla="*/ 79500 h 84574"/>
                  <a:gd name="connsiteX214" fmla="*/ 777362 w 1179211"/>
                  <a:gd name="connsiteY214" fmla="*/ 85783 h 84574"/>
                  <a:gd name="connsiteX215" fmla="*/ 785094 w 1179211"/>
                  <a:gd name="connsiteY215" fmla="*/ 84575 h 84574"/>
                  <a:gd name="connsiteX216" fmla="*/ 791377 w 1179211"/>
                  <a:gd name="connsiteY216" fmla="*/ 81192 h 84574"/>
                  <a:gd name="connsiteX217" fmla="*/ 795726 w 1179211"/>
                  <a:gd name="connsiteY217" fmla="*/ 75634 h 84574"/>
                  <a:gd name="connsiteX218" fmla="*/ 797418 w 1179211"/>
                  <a:gd name="connsiteY218" fmla="*/ 68143 h 84574"/>
                  <a:gd name="connsiteX219" fmla="*/ 796693 w 1179211"/>
                  <a:gd name="connsiteY219" fmla="*/ 61377 h 84574"/>
                  <a:gd name="connsiteX220" fmla="*/ 711393 w 1179211"/>
                  <a:gd name="connsiteY220" fmla="*/ 6041 h 84574"/>
                  <a:gd name="connsiteX221" fmla="*/ 707286 w 1179211"/>
                  <a:gd name="connsiteY221" fmla="*/ 4350 h 84574"/>
                  <a:gd name="connsiteX222" fmla="*/ 703178 w 1179211"/>
                  <a:gd name="connsiteY222" fmla="*/ 6041 h 84574"/>
                  <a:gd name="connsiteX223" fmla="*/ 701486 w 1179211"/>
                  <a:gd name="connsiteY223" fmla="*/ 9907 h 84574"/>
                  <a:gd name="connsiteX224" fmla="*/ 703178 w 1179211"/>
                  <a:gd name="connsiteY224" fmla="*/ 13774 h 84574"/>
                  <a:gd name="connsiteX225" fmla="*/ 707286 w 1179211"/>
                  <a:gd name="connsiteY225" fmla="*/ 15465 h 84574"/>
                  <a:gd name="connsiteX226" fmla="*/ 711393 w 1179211"/>
                  <a:gd name="connsiteY226" fmla="*/ 13774 h 84574"/>
                  <a:gd name="connsiteX227" fmla="*/ 713085 w 1179211"/>
                  <a:gd name="connsiteY227" fmla="*/ 9907 h 84574"/>
                  <a:gd name="connsiteX228" fmla="*/ 711393 w 1179211"/>
                  <a:gd name="connsiteY228" fmla="*/ 6041 h 84574"/>
                  <a:gd name="connsiteX229" fmla="*/ 734833 w 1179211"/>
                  <a:gd name="connsiteY229" fmla="*/ 6041 h 84574"/>
                  <a:gd name="connsiteX230" fmla="*/ 730725 w 1179211"/>
                  <a:gd name="connsiteY230" fmla="*/ 4350 h 84574"/>
                  <a:gd name="connsiteX231" fmla="*/ 726617 w 1179211"/>
                  <a:gd name="connsiteY231" fmla="*/ 6041 h 84574"/>
                  <a:gd name="connsiteX232" fmla="*/ 724925 w 1179211"/>
                  <a:gd name="connsiteY232" fmla="*/ 9907 h 84574"/>
                  <a:gd name="connsiteX233" fmla="*/ 726617 w 1179211"/>
                  <a:gd name="connsiteY233" fmla="*/ 13774 h 84574"/>
                  <a:gd name="connsiteX234" fmla="*/ 730725 w 1179211"/>
                  <a:gd name="connsiteY234" fmla="*/ 15465 h 84574"/>
                  <a:gd name="connsiteX235" fmla="*/ 734833 w 1179211"/>
                  <a:gd name="connsiteY235" fmla="*/ 13774 h 84574"/>
                  <a:gd name="connsiteX236" fmla="*/ 736524 w 1179211"/>
                  <a:gd name="connsiteY236" fmla="*/ 9907 h 84574"/>
                  <a:gd name="connsiteX237" fmla="*/ 734833 w 1179211"/>
                  <a:gd name="connsiteY237" fmla="*/ 6041 h 84574"/>
                  <a:gd name="connsiteX238" fmla="*/ 695445 w 1179211"/>
                  <a:gd name="connsiteY238" fmla="*/ 28997 h 84574"/>
                  <a:gd name="connsiteX239" fmla="*/ 695445 w 1179211"/>
                  <a:gd name="connsiteY239" fmla="*/ 63552 h 84574"/>
                  <a:gd name="connsiteX240" fmla="*/ 695928 w 1179211"/>
                  <a:gd name="connsiteY240" fmla="*/ 72009 h 84574"/>
                  <a:gd name="connsiteX241" fmla="*/ 698103 w 1179211"/>
                  <a:gd name="connsiteY241" fmla="*/ 79017 h 84574"/>
                  <a:gd name="connsiteX242" fmla="*/ 703903 w 1179211"/>
                  <a:gd name="connsiteY242" fmla="*/ 83850 h 84574"/>
                  <a:gd name="connsiteX243" fmla="*/ 714535 w 1179211"/>
                  <a:gd name="connsiteY243" fmla="*/ 85783 h 84574"/>
                  <a:gd name="connsiteX244" fmla="*/ 722026 w 1179211"/>
                  <a:gd name="connsiteY244" fmla="*/ 84575 h 84574"/>
                  <a:gd name="connsiteX245" fmla="*/ 727342 w 1179211"/>
                  <a:gd name="connsiteY245" fmla="*/ 81433 h 84574"/>
                  <a:gd name="connsiteX246" fmla="*/ 730725 w 1179211"/>
                  <a:gd name="connsiteY246" fmla="*/ 77809 h 84574"/>
                  <a:gd name="connsiteX247" fmla="*/ 732658 w 1179211"/>
                  <a:gd name="connsiteY247" fmla="*/ 75151 h 84574"/>
                  <a:gd name="connsiteX248" fmla="*/ 733866 w 1179211"/>
                  <a:gd name="connsiteY248" fmla="*/ 84575 h 84574"/>
                  <a:gd name="connsiteX249" fmla="*/ 743290 w 1179211"/>
                  <a:gd name="connsiteY249" fmla="*/ 83608 h 84574"/>
                  <a:gd name="connsiteX250" fmla="*/ 743049 w 1179211"/>
                  <a:gd name="connsiteY250" fmla="*/ 81433 h 84574"/>
                  <a:gd name="connsiteX251" fmla="*/ 742565 w 1179211"/>
                  <a:gd name="connsiteY251" fmla="*/ 77809 h 84574"/>
                  <a:gd name="connsiteX252" fmla="*/ 742324 w 1179211"/>
                  <a:gd name="connsiteY252" fmla="*/ 73701 h 84574"/>
                  <a:gd name="connsiteX253" fmla="*/ 742082 w 1179211"/>
                  <a:gd name="connsiteY253" fmla="*/ 69593 h 84574"/>
                  <a:gd name="connsiteX254" fmla="*/ 742082 w 1179211"/>
                  <a:gd name="connsiteY254" fmla="*/ 28755 h 84574"/>
                  <a:gd name="connsiteX255" fmla="*/ 732175 w 1179211"/>
                  <a:gd name="connsiteY255" fmla="*/ 28755 h 84574"/>
                  <a:gd name="connsiteX256" fmla="*/ 732175 w 1179211"/>
                  <a:gd name="connsiteY256" fmla="*/ 59686 h 84574"/>
                  <a:gd name="connsiteX257" fmla="*/ 730966 w 1179211"/>
                  <a:gd name="connsiteY257" fmla="*/ 66935 h 84574"/>
                  <a:gd name="connsiteX258" fmla="*/ 727583 w 1179211"/>
                  <a:gd name="connsiteY258" fmla="*/ 72734 h 84574"/>
                  <a:gd name="connsiteX259" fmla="*/ 722751 w 1179211"/>
                  <a:gd name="connsiteY259" fmla="*/ 76600 h 84574"/>
                  <a:gd name="connsiteX260" fmla="*/ 716468 w 1179211"/>
                  <a:gd name="connsiteY260" fmla="*/ 78050 h 84574"/>
                  <a:gd name="connsiteX261" fmla="*/ 710427 w 1179211"/>
                  <a:gd name="connsiteY261" fmla="*/ 77084 h 84574"/>
                  <a:gd name="connsiteX262" fmla="*/ 706802 w 1179211"/>
                  <a:gd name="connsiteY262" fmla="*/ 74184 h 84574"/>
                  <a:gd name="connsiteX263" fmla="*/ 705111 w 1179211"/>
                  <a:gd name="connsiteY263" fmla="*/ 69593 h 84574"/>
                  <a:gd name="connsiteX264" fmla="*/ 704628 w 1179211"/>
                  <a:gd name="connsiteY264" fmla="*/ 63310 h 84574"/>
                  <a:gd name="connsiteX265" fmla="*/ 704628 w 1179211"/>
                  <a:gd name="connsiteY265" fmla="*/ 28755 h 84574"/>
                  <a:gd name="connsiteX266" fmla="*/ 695445 w 1179211"/>
                  <a:gd name="connsiteY266" fmla="*/ 28755 h 84574"/>
                  <a:gd name="connsiteX267" fmla="*/ 664515 w 1179211"/>
                  <a:gd name="connsiteY267" fmla="*/ 60894 h 84574"/>
                  <a:gd name="connsiteX268" fmla="*/ 657991 w 1179211"/>
                  <a:gd name="connsiteY268" fmla="*/ 71284 h 84574"/>
                  <a:gd name="connsiteX269" fmla="*/ 648325 w 1179211"/>
                  <a:gd name="connsiteY269" fmla="*/ 76600 h 84574"/>
                  <a:gd name="connsiteX270" fmla="*/ 636726 w 1179211"/>
                  <a:gd name="connsiteY270" fmla="*/ 78050 h 84574"/>
                  <a:gd name="connsiteX271" fmla="*/ 631893 w 1179211"/>
                  <a:gd name="connsiteY271" fmla="*/ 77809 h 84574"/>
                  <a:gd name="connsiteX272" fmla="*/ 626577 w 1179211"/>
                  <a:gd name="connsiteY272" fmla="*/ 77325 h 84574"/>
                  <a:gd name="connsiteX273" fmla="*/ 626577 w 1179211"/>
                  <a:gd name="connsiteY273" fmla="*/ 10874 h 84574"/>
                  <a:gd name="connsiteX274" fmla="*/ 630927 w 1179211"/>
                  <a:gd name="connsiteY274" fmla="*/ 10632 h 84574"/>
                  <a:gd name="connsiteX275" fmla="*/ 635276 w 1179211"/>
                  <a:gd name="connsiteY275" fmla="*/ 10632 h 84574"/>
                  <a:gd name="connsiteX276" fmla="*/ 659440 w 1179211"/>
                  <a:gd name="connsiteY276" fmla="*/ 18848 h 84574"/>
                  <a:gd name="connsiteX277" fmla="*/ 666931 w 1179211"/>
                  <a:gd name="connsiteY277" fmla="*/ 44220 h 84574"/>
                  <a:gd name="connsiteX278" fmla="*/ 664515 w 1179211"/>
                  <a:gd name="connsiteY278" fmla="*/ 60894 h 84574"/>
                  <a:gd name="connsiteX279" fmla="*/ 675389 w 1179211"/>
                  <a:gd name="connsiteY279" fmla="*/ 25856 h 84574"/>
                  <a:gd name="connsiteX280" fmla="*/ 667173 w 1179211"/>
                  <a:gd name="connsiteY280" fmla="*/ 13774 h 84574"/>
                  <a:gd name="connsiteX281" fmla="*/ 654366 w 1179211"/>
                  <a:gd name="connsiteY281" fmla="*/ 6524 h 84574"/>
                  <a:gd name="connsiteX282" fmla="*/ 637451 w 1179211"/>
                  <a:gd name="connsiteY282" fmla="*/ 4108 h 84574"/>
                  <a:gd name="connsiteX283" fmla="*/ 631168 w 1179211"/>
                  <a:gd name="connsiteY283" fmla="*/ 4108 h 84574"/>
                  <a:gd name="connsiteX284" fmla="*/ 627060 w 1179211"/>
                  <a:gd name="connsiteY284" fmla="*/ 4350 h 84574"/>
                  <a:gd name="connsiteX285" fmla="*/ 622953 w 1179211"/>
                  <a:gd name="connsiteY285" fmla="*/ 4350 h 84574"/>
                  <a:gd name="connsiteX286" fmla="*/ 616670 w 1179211"/>
                  <a:gd name="connsiteY286" fmla="*/ 4591 h 84574"/>
                  <a:gd name="connsiteX287" fmla="*/ 616670 w 1179211"/>
                  <a:gd name="connsiteY287" fmla="*/ 84091 h 84574"/>
                  <a:gd name="connsiteX288" fmla="*/ 625611 w 1179211"/>
                  <a:gd name="connsiteY288" fmla="*/ 84333 h 84574"/>
                  <a:gd name="connsiteX289" fmla="*/ 637209 w 1179211"/>
                  <a:gd name="connsiteY289" fmla="*/ 84575 h 84574"/>
                  <a:gd name="connsiteX290" fmla="*/ 650741 w 1179211"/>
                  <a:gd name="connsiteY290" fmla="*/ 82883 h 84574"/>
                  <a:gd name="connsiteX291" fmla="*/ 664032 w 1179211"/>
                  <a:gd name="connsiteY291" fmla="*/ 76842 h 84574"/>
                  <a:gd name="connsiteX292" fmla="*/ 674181 w 1179211"/>
                  <a:gd name="connsiteY292" fmla="*/ 64518 h 84574"/>
                  <a:gd name="connsiteX293" fmla="*/ 678289 w 1179211"/>
                  <a:gd name="connsiteY293" fmla="*/ 43979 h 84574"/>
                  <a:gd name="connsiteX294" fmla="*/ 675389 w 1179211"/>
                  <a:gd name="connsiteY294" fmla="*/ 25856 h 84574"/>
                  <a:gd name="connsiteX295" fmla="*/ 562059 w 1179211"/>
                  <a:gd name="connsiteY295" fmla="*/ 77325 h 84574"/>
                  <a:gd name="connsiteX296" fmla="*/ 558918 w 1179211"/>
                  <a:gd name="connsiteY296" fmla="*/ 78534 h 84574"/>
                  <a:gd name="connsiteX297" fmla="*/ 555776 w 1179211"/>
                  <a:gd name="connsiteY297" fmla="*/ 79017 h 84574"/>
                  <a:gd name="connsiteX298" fmla="*/ 553360 w 1179211"/>
                  <a:gd name="connsiteY298" fmla="*/ 78534 h 84574"/>
                  <a:gd name="connsiteX299" fmla="*/ 551185 w 1179211"/>
                  <a:gd name="connsiteY299" fmla="*/ 77567 h 84574"/>
                  <a:gd name="connsiteX300" fmla="*/ 549010 w 1179211"/>
                  <a:gd name="connsiteY300" fmla="*/ 74184 h 84574"/>
                  <a:gd name="connsiteX301" fmla="*/ 548769 w 1179211"/>
                  <a:gd name="connsiteY301" fmla="*/ 67901 h 84574"/>
                  <a:gd name="connsiteX302" fmla="*/ 548769 w 1179211"/>
                  <a:gd name="connsiteY302" fmla="*/ 35280 h 84574"/>
                  <a:gd name="connsiteX303" fmla="*/ 561817 w 1179211"/>
                  <a:gd name="connsiteY303" fmla="*/ 35280 h 84574"/>
                  <a:gd name="connsiteX304" fmla="*/ 561817 w 1179211"/>
                  <a:gd name="connsiteY304" fmla="*/ 28997 h 84574"/>
                  <a:gd name="connsiteX305" fmla="*/ 548769 w 1179211"/>
                  <a:gd name="connsiteY305" fmla="*/ 28997 h 84574"/>
                  <a:gd name="connsiteX306" fmla="*/ 548769 w 1179211"/>
                  <a:gd name="connsiteY306" fmla="*/ 12807 h 84574"/>
                  <a:gd name="connsiteX307" fmla="*/ 539103 w 1179211"/>
                  <a:gd name="connsiteY307" fmla="*/ 14982 h 84574"/>
                  <a:gd name="connsiteX308" fmla="*/ 539103 w 1179211"/>
                  <a:gd name="connsiteY308" fmla="*/ 28997 h 84574"/>
                  <a:gd name="connsiteX309" fmla="*/ 529679 w 1179211"/>
                  <a:gd name="connsiteY309" fmla="*/ 28997 h 84574"/>
                  <a:gd name="connsiteX310" fmla="*/ 529679 w 1179211"/>
                  <a:gd name="connsiteY310" fmla="*/ 35280 h 84574"/>
                  <a:gd name="connsiteX311" fmla="*/ 539103 w 1179211"/>
                  <a:gd name="connsiteY311" fmla="*/ 35280 h 84574"/>
                  <a:gd name="connsiteX312" fmla="*/ 539103 w 1179211"/>
                  <a:gd name="connsiteY312" fmla="*/ 68868 h 84574"/>
                  <a:gd name="connsiteX313" fmla="*/ 539345 w 1179211"/>
                  <a:gd name="connsiteY313" fmla="*/ 76117 h 84574"/>
                  <a:gd name="connsiteX314" fmla="*/ 541278 w 1179211"/>
                  <a:gd name="connsiteY314" fmla="*/ 81433 h 84574"/>
                  <a:gd name="connsiteX315" fmla="*/ 545869 w 1179211"/>
                  <a:gd name="connsiteY315" fmla="*/ 84816 h 84574"/>
                  <a:gd name="connsiteX316" fmla="*/ 551910 w 1179211"/>
                  <a:gd name="connsiteY316" fmla="*/ 85783 h 84574"/>
                  <a:gd name="connsiteX317" fmla="*/ 558434 w 1179211"/>
                  <a:gd name="connsiteY317" fmla="*/ 84816 h 84574"/>
                  <a:gd name="connsiteX318" fmla="*/ 563992 w 1179211"/>
                  <a:gd name="connsiteY318" fmla="*/ 82158 h 84574"/>
                  <a:gd name="connsiteX319" fmla="*/ 562059 w 1179211"/>
                  <a:gd name="connsiteY319" fmla="*/ 77325 h 84574"/>
                  <a:gd name="connsiteX320" fmla="*/ 487392 w 1179211"/>
                  <a:gd name="connsiteY320" fmla="*/ 6041 h 84574"/>
                  <a:gd name="connsiteX321" fmla="*/ 483284 w 1179211"/>
                  <a:gd name="connsiteY321" fmla="*/ 4350 h 84574"/>
                  <a:gd name="connsiteX322" fmla="*/ 479176 w 1179211"/>
                  <a:gd name="connsiteY322" fmla="*/ 6041 h 84574"/>
                  <a:gd name="connsiteX323" fmla="*/ 477484 w 1179211"/>
                  <a:gd name="connsiteY323" fmla="*/ 9907 h 84574"/>
                  <a:gd name="connsiteX324" fmla="*/ 479176 w 1179211"/>
                  <a:gd name="connsiteY324" fmla="*/ 13774 h 84574"/>
                  <a:gd name="connsiteX325" fmla="*/ 483284 w 1179211"/>
                  <a:gd name="connsiteY325" fmla="*/ 15465 h 84574"/>
                  <a:gd name="connsiteX326" fmla="*/ 487392 w 1179211"/>
                  <a:gd name="connsiteY326" fmla="*/ 13774 h 84574"/>
                  <a:gd name="connsiteX327" fmla="*/ 489083 w 1179211"/>
                  <a:gd name="connsiteY327" fmla="*/ 9907 h 84574"/>
                  <a:gd name="connsiteX328" fmla="*/ 487392 w 1179211"/>
                  <a:gd name="connsiteY328" fmla="*/ 6041 h 84574"/>
                  <a:gd name="connsiteX329" fmla="*/ 510589 w 1179211"/>
                  <a:gd name="connsiteY329" fmla="*/ 6041 h 84574"/>
                  <a:gd name="connsiteX330" fmla="*/ 506481 w 1179211"/>
                  <a:gd name="connsiteY330" fmla="*/ 4350 h 84574"/>
                  <a:gd name="connsiteX331" fmla="*/ 502373 w 1179211"/>
                  <a:gd name="connsiteY331" fmla="*/ 6041 h 84574"/>
                  <a:gd name="connsiteX332" fmla="*/ 500682 w 1179211"/>
                  <a:gd name="connsiteY332" fmla="*/ 9907 h 84574"/>
                  <a:gd name="connsiteX333" fmla="*/ 502373 w 1179211"/>
                  <a:gd name="connsiteY333" fmla="*/ 13774 h 84574"/>
                  <a:gd name="connsiteX334" fmla="*/ 506481 w 1179211"/>
                  <a:gd name="connsiteY334" fmla="*/ 15465 h 84574"/>
                  <a:gd name="connsiteX335" fmla="*/ 510589 w 1179211"/>
                  <a:gd name="connsiteY335" fmla="*/ 13774 h 84574"/>
                  <a:gd name="connsiteX336" fmla="*/ 512281 w 1179211"/>
                  <a:gd name="connsiteY336" fmla="*/ 9907 h 84574"/>
                  <a:gd name="connsiteX337" fmla="*/ 510589 w 1179211"/>
                  <a:gd name="connsiteY337" fmla="*/ 6041 h 84574"/>
                  <a:gd name="connsiteX338" fmla="*/ 504548 w 1179211"/>
                  <a:gd name="connsiteY338" fmla="*/ 62827 h 84574"/>
                  <a:gd name="connsiteX339" fmla="*/ 504306 w 1179211"/>
                  <a:gd name="connsiteY339" fmla="*/ 67660 h 84574"/>
                  <a:gd name="connsiteX340" fmla="*/ 502373 w 1179211"/>
                  <a:gd name="connsiteY340" fmla="*/ 72976 h 84574"/>
                  <a:gd name="connsiteX341" fmla="*/ 498990 w 1179211"/>
                  <a:gd name="connsiteY341" fmla="*/ 76600 h 84574"/>
                  <a:gd name="connsiteX342" fmla="*/ 495124 w 1179211"/>
                  <a:gd name="connsiteY342" fmla="*/ 78534 h 84574"/>
                  <a:gd name="connsiteX343" fmla="*/ 491741 w 1179211"/>
                  <a:gd name="connsiteY343" fmla="*/ 79017 h 84574"/>
                  <a:gd name="connsiteX344" fmla="*/ 488116 w 1179211"/>
                  <a:gd name="connsiteY344" fmla="*/ 78534 h 84574"/>
                  <a:gd name="connsiteX345" fmla="*/ 484975 w 1179211"/>
                  <a:gd name="connsiteY345" fmla="*/ 76842 h 84574"/>
                  <a:gd name="connsiteX346" fmla="*/ 482800 w 1179211"/>
                  <a:gd name="connsiteY346" fmla="*/ 73942 h 84574"/>
                  <a:gd name="connsiteX347" fmla="*/ 482075 w 1179211"/>
                  <a:gd name="connsiteY347" fmla="*/ 69351 h 84574"/>
                  <a:gd name="connsiteX348" fmla="*/ 483284 w 1179211"/>
                  <a:gd name="connsiteY348" fmla="*/ 64760 h 84574"/>
                  <a:gd name="connsiteX349" fmla="*/ 486183 w 1179211"/>
                  <a:gd name="connsiteY349" fmla="*/ 61619 h 84574"/>
                  <a:gd name="connsiteX350" fmla="*/ 489566 w 1179211"/>
                  <a:gd name="connsiteY350" fmla="*/ 59686 h 84574"/>
                  <a:gd name="connsiteX351" fmla="*/ 492708 w 1179211"/>
                  <a:gd name="connsiteY351" fmla="*/ 58719 h 84574"/>
                  <a:gd name="connsiteX352" fmla="*/ 496091 w 1179211"/>
                  <a:gd name="connsiteY352" fmla="*/ 58236 h 84574"/>
                  <a:gd name="connsiteX353" fmla="*/ 499715 w 1179211"/>
                  <a:gd name="connsiteY353" fmla="*/ 57994 h 84574"/>
                  <a:gd name="connsiteX354" fmla="*/ 502857 w 1179211"/>
                  <a:gd name="connsiteY354" fmla="*/ 57752 h 84574"/>
                  <a:gd name="connsiteX355" fmla="*/ 505031 w 1179211"/>
                  <a:gd name="connsiteY355" fmla="*/ 57752 h 84574"/>
                  <a:gd name="connsiteX356" fmla="*/ 504548 w 1179211"/>
                  <a:gd name="connsiteY356" fmla="*/ 62827 h 84574"/>
                  <a:gd name="connsiteX357" fmla="*/ 522188 w 1179211"/>
                  <a:gd name="connsiteY357" fmla="*/ 78292 h 84574"/>
                  <a:gd name="connsiteX358" fmla="*/ 517838 w 1179211"/>
                  <a:gd name="connsiteY358" fmla="*/ 79017 h 84574"/>
                  <a:gd name="connsiteX359" fmla="*/ 514939 w 1179211"/>
                  <a:gd name="connsiteY359" fmla="*/ 77809 h 84574"/>
                  <a:gd name="connsiteX360" fmla="*/ 513972 w 1179211"/>
                  <a:gd name="connsiteY360" fmla="*/ 72734 h 84574"/>
                  <a:gd name="connsiteX361" fmla="*/ 513972 w 1179211"/>
                  <a:gd name="connsiteY361" fmla="*/ 43496 h 84574"/>
                  <a:gd name="connsiteX362" fmla="*/ 513972 w 1179211"/>
                  <a:gd name="connsiteY362" fmla="*/ 40354 h 84574"/>
                  <a:gd name="connsiteX363" fmla="*/ 513489 w 1179211"/>
                  <a:gd name="connsiteY363" fmla="*/ 36971 h 84574"/>
                  <a:gd name="connsiteX364" fmla="*/ 512281 w 1179211"/>
                  <a:gd name="connsiteY364" fmla="*/ 33830 h 84574"/>
                  <a:gd name="connsiteX365" fmla="*/ 509864 w 1179211"/>
                  <a:gd name="connsiteY365" fmla="*/ 31172 h 84574"/>
                  <a:gd name="connsiteX366" fmla="*/ 502615 w 1179211"/>
                  <a:gd name="connsiteY366" fmla="*/ 27789 h 84574"/>
                  <a:gd name="connsiteX367" fmla="*/ 494882 w 1179211"/>
                  <a:gd name="connsiteY367" fmla="*/ 27064 h 84574"/>
                  <a:gd name="connsiteX368" fmla="*/ 488116 w 1179211"/>
                  <a:gd name="connsiteY368" fmla="*/ 27789 h 84574"/>
                  <a:gd name="connsiteX369" fmla="*/ 482075 w 1179211"/>
                  <a:gd name="connsiteY369" fmla="*/ 29964 h 84574"/>
                  <a:gd name="connsiteX370" fmla="*/ 477243 w 1179211"/>
                  <a:gd name="connsiteY370" fmla="*/ 33830 h 84574"/>
                  <a:gd name="connsiteX371" fmla="*/ 474584 w 1179211"/>
                  <a:gd name="connsiteY371" fmla="*/ 40113 h 84574"/>
                  <a:gd name="connsiteX372" fmla="*/ 482317 w 1179211"/>
                  <a:gd name="connsiteY372" fmla="*/ 42529 h 84574"/>
                  <a:gd name="connsiteX373" fmla="*/ 483284 w 1179211"/>
                  <a:gd name="connsiteY373" fmla="*/ 38904 h 84574"/>
                  <a:gd name="connsiteX374" fmla="*/ 485217 w 1179211"/>
                  <a:gd name="connsiteY374" fmla="*/ 36005 h 84574"/>
                  <a:gd name="connsiteX375" fmla="*/ 488600 w 1179211"/>
                  <a:gd name="connsiteY375" fmla="*/ 33830 h 84574"/>
                  <a:gd name="connsiteX376" fmla="*/ 493916 w 1179211"/>
                  <a:gd name="connsiteY376" fmla="*/ 33105 h 84574"/>
                  <a:gd name="connsiteX377" fmla="*/ 497299 w 1179211"/>
                  <a:gd name="connsiteY377" fmla="*/ 33347 h 84574"/>
                  <a:gd name="connsiteX378" fmla="*/ 500440 w 1179211"/>
                  <a:gd name="connsiteY378" fmla="*/ 34313 h 84574"/>
                  <a:gd name="connsiteX379" fmla="*/ 503582 w 1179211"/>
                  <a:gd name="connsiteY379" fmla="*/ 37213 h 84574"/>
                  <a:gd name="connsiteX380" fmla="*/ 504548 w 1179211"/>
                  <a:gd name="connsiteY380" fmla="*/ 42287 h 84574"/>
                  <a:gd name="connsiteX381" fmla="*/ 504548 w 1179211"/>
                  <a:gd name="connsiteY381" fmla="*/ 51711 h 84574"/>
                  <a:gd name="connsiteX382" fmla="*/ 497057 w 1179211"/>
                  <a:gd name="connsiteY382" fmla="*/ 51953 h 84574"/>
                  <a:gd name="connsiteX383" fmla="*/ 491016 w 1179211"/>
                  <a:gd name="connsiteY383" fmla="*/ 52436 h 84574"/>
                  <a:gd name="connsiteX384" fmla="*/ 483525 w 1179211"/>
                  <a:gd name="connsiteY384" fmla="*/ 54369 h 84574"/>
                  <a:gd name="connsiteX385" fmla="*/ 477484 w 1179211"/>
                  <a:gd name="connsiteY385" fmla="*/ 57994 h 84574"/>
                  <a:gd name="connsiteX386" fmla="*/ 473618 w 1179211"/>
                  <a:gd name="connsiteY386" fmla="*/ 63310 h 84574"/>
                  <a:gd name="connsiteX387" fmla="*/ 472168 w 1179211"/>
                  <a:gd name="connsiteY387" fmla="*/ 70076 h 84574"/>
                  <a:gd name="connsiteX388" fmla="*/ 473618 w 1179211"/>
                  <a:gd name="connsiteY388" fmla="*/ 76842 h 84574"/>
                  <a:gd name="connsiteX389" fmla="*/ 477243 w 1179211"/>
                  <a:gd name="connsiteY389" fmla="*/ 81675 h 84574"/>
                  <a:gd name="connsiteX390" fmla="*/ 482317 w 1179211"/>
                  <a:gd name="connsiteY390" fmla="*/ 84575 h 84574"/>
                  <a:gd name="connsiteX391" fmla="*/ 488116 w 1179211"/>
                  <a:gd name="connsiteY391" fmla="*/ 85541 h 84574"/>
                  <a:gd name="connsiteX392" fmla="*/ 499232 w 1179211"/>
                  <a:gd name="connsiteY392" fmla="*/ 82641 h 84574"/>
                  <a:gd name="connsiteX393" fmla="*/ 505031 w 1179211"/>
                  <a:gd name="connsiteY393" fmla="*/ 75634 h 84574"/>
                  <a:gd name="connsiteX394" fmla="*/ 507689 w 1179211"/>
                  <a:gd name="connsiteY394" fmla="*/ 82158 h 84574"/>
                  <a:gd name="connsiteX395" fmla="*/ 514214 w 1179211"/>
                  <a:gd name="connsiteY395" fmla="*/ 84816 h 84574"/>
                  <a:gd name="connsiteX396" fmla="*/ 519047 w 1179211"/>
                  <a:gd name="connsiteY396" fmla="*/ 84333 h 84574"/>
                  <a:gd name="connsiteX397" fmla="*/ 522430 w 1179211"/>
                  <a:gd name="connsiteY397" fmla="*/ 83608 h 84574"/>
                  <a:gd name="connsiteX398" fmla="*/ 522430 w 1179211"/>
                  <a:gd name="connsiteY398" fmla="*/ 78292 h 84574"/>
                  <a:gd name="connsiteX399" fmla="*/ 458636 w 1179211"/>
                  <a:gd name="connsiteY399" fmla="*/ 77325 h 84574"/>
                  <a:gd name="connsiteX400" fmla="*/ 455495 w 1179211"/>
                  <a:gd name="connsiteY400" fmla="*/ 78534 h 84574"/>
                  <a:gd name="connsiteX401" fmla="*/ 452353 w 1179211"/>
                  <a:gd name="connsiteY401" fmla="*/ 79017 h 84574"/>
                  <a:gd name="connsiteX402" fmla="*/ 449937 w 1179211"/>
                  <a:gd name="connsiteY402" fmla="*/ 78534 h 84574"/>
                  <a:gd name="connsiteX403" fmla="*/ 447762 w 1179211"/>
                  <a:gd name="connsiteY403" fmla="*/ 77567 h 84574"/>
                  <a:gd name="connsiteX404" fmla="*/ 445587 w 1179211"/>
                  <a:gd name="connsiteY404" fmla="*/ 74184 h 84574"/>
                  <a:gd name="connsiteX405" fmla="*/ 445346 w 1179211"/>
                  <a:gd name="connsiteY405" fmla="*/ 67901 h 84574"/>
                  <a:gd name="connsiteX406" fmla="*/ 445346 w 1179211"/>
                  <a:gd name="connsiteY406" fmla="*/ 35280 h 84574"/>
                  <a:gd name="connsiteX407" fmla="*/ 458394 w 1179211"/>
                  <a:gd name="connsiteY407" fmla="*/ 35280 h 84574"/>
                  <a:gd name="connsiteX408" fmla="*/ 458394 w 1179211"/>
                  <a:gd name="connsiteY408" fmla="*/ 28997 h 84574"/>
                  <a:gd name="connsiteX409" fmla="*/ 445346 w 1179211"/>
                  <a:gd name="connsiteY409" fmla="*/ 28997 h 84574"/>
                  <a:gd name="connsiteX410" fmla="*/ 445346 w 1179211"/>
                  <a:gd name="connsiteY410" fmla="*/ 12807 h 84574"/>
                  <a:gd name="connsiteX411" fmla="*/ 435680 w 1179211"/>
                  <a:gd name="connsiteY411" fmla="*/ 14982 h 84574"/>
                  <a:gd name="connsiteX412" fmla="*/ 435680 w 1179211"/>
                  <a:gd name="connsiteY412" fmla="*/ 28997 h 84574"/>
                  <a:gd name="connsiteX413" fmla="*/ 426256 w 1179211"/>
                  <a:gd name="connsiteY413" fmla="*/ 28997 h 84574"/>
                  <a:gd name="connsiteX414" fmla="*/ 426256 w 1179211"/>
                  <a:gd name="connsiteY414" fmla="*/ 35280 h 84574"/>
                  <a:gd name="connsiteX415" fmla="*/ 435680 w 1179211"/>
                  <a:gd name="connsiteY415" fmla="*/ 35280 h 84574"/>
                  <a:gd name="connsiteX416" fmla="*/ 435680 w 1179211"/>
                  <a:gd name="connsiteY416" fmla="*/ 68868 h 84574"/>
                  <a:gd name="connsiteX417" fmla="*/ 435922 w 1179211"/>
                  <a:gd name="connsiteY417" fmla="*/ 76117 h 84574"/>
                  <a:gd name="connsiteX418" fmla="*/ 437855 w 1179211"/>
                  <a:gd name="connsiteY418" fmla="*/ 81433 h 84574"/>
                  <a:gd name="connsiteX419" fmla="*/ 442446 w 1179211"/>
                  <a:gd name="connsiteY419" fmla="*/ 84816 h 84574"/>
                  <a:gd name="connsiteX420" fmla="*/ 448487 w 1179211"/>
                  <a:gd name="connsiteY420" fmla="*/ 85783 h 84574"/>
                  <a:gd name="connsiteX421" fmla="*/ 455012 w 1179211"/>
                  <a:gd name="connsiteY421" fmla="*/ 84816 h 84574"/>
                  <a:gd name="connsiteX422" fmla="*/ 460569 w 1179211"/>
                  <a:gd name="connsiteY422" fmla="*/ 82158 h 84574"/>
                  <a:gd name="connsiteX423" fmla="*/ 458636 w 1179211"/>
                  <a:gd name="connsiteY423" fmla="*/ 77325 h 84574"/>
                  <a:gd name="connsiteX424" fmla="*/ 409825 w 1179211"/>
                  <a:gd name="connsiteY424" fmla="*/ 28997 h 84574"/>
                  <a:gd name="connsiteX425" fmla="*/ 399676 w 1179211"/>
                  <a:gd name="connsiteY425" fmla="*/ 28997 h 84574"/>
                  <a:gd name="connsiteX426" fmla="*/ 399676 w 1179211"/>
                  <a:gd name="connsiteY426" fmla="*/ 84091 h 84574"/>
                  <a:gd name="connsiteX427" fmla="*/ 409825 w 1179211"/>
                  <a:gd name="connsiteY427" fmla="*/ 84091 h 84574"/>
                  <a:gd name="connsiteX428" fmla="*/ 409825 w 1179211"/>
                  <a:gd name="connsiteY428" fmla="*/ 28997 h 84574"/>
                  <a:gd name="connsiteX429" fmla="*/ 409341 w 1179211"/>
                  <a:gd name="connsiteY429" fmla="*/ 2416 h 84574"/>
                  <a:gd name="connsiteX430" fmla="*/ 404992 w 1179211"/>
                  <a:gd name="connsiteY430" fmla="*/ 483 h 84574"/>
                  <a:gd name="connsiteX431" fmla="*/ 400400 w 1179211"/>
                  <a:gd name="connsiteY431" fmla="*/ 2416 h 84574"/>
                  <a:gd name="connsiteX432" fmla="*/ 398467 w 1179211"/>
                  <a:gd name="connsiteY432" fmla="*/ 6766 h 84574"/>
                  <a:gd name="connsiteX433" fmla="*/ 400400 w 1179211"/>
                  <a:gd name="connsiteY433" fmla="*/ 11116 h 84574"/>
                  <a:gd name="connsiteX434" fmla="*/ 404992 w 1179211"/>
                  <a:gd name="connsiteY434" fmla="*/ 13049 h 84574"/>
                  <a:gd name="connsiteX435" fmla="*/ 409341 w 1179211"/>
                  <a:gd name="connsiteY435" fmla="*/ 11116 h 84574"/>
                  <a:gd name="connsiteX436" fmla="*/ 411274 w 1179211"/>
                  <a:gd name="connsiteY436" fmla="*/ 6766 h 84574"/>
                  <a:gd name="connsiteX437" fmla="*/ 409341 w 1179211"/>
                  <a:gd name="connsiteY437" fmla="*/ 2416 h 84574"/>
                  <a:gd name="connsiteX438" fmla="*/ 379619 w 1179211"/>
                  <a:gd name="connsiteY438" fmla="*/ 61377 h 84574"/>
                  <a:gd name="connsiteX439" fmla="*/ 375511 w 1179211"/>
                  <a:gd name="connsiteY439" fmla="*/ 56544 h 84574"/>
                  <a:gd name="connsiteX440" fmla="*/ 370195 w 1179211"/>
                  <a:gd name="connsiteY440" fmla="*/ 53403 h 84574"/>
                  <a:gd name="connsiteX441" fmla="*/ 364396 w 1179211"/>
                  <a:gd name="connsiteY441" fmla="*/ 51470 h 84574"/>
                  <a:gd name="connsiteX442" fmla="*/ 355938 w 1179211"/>
                  <a:gd name="connsiteY442" fmla="*/ 47603 h 84574"/>
                  <a:gd name="connsiteX443" fmla="*/ 352797 w 1179211"/>
                  <a:gd name="connsiteY443" fmla="*/ 40837 h 84574"/>
                  <a:gd name="connsiteX444" fmla="*/ 355697 w 1179211"/>
                  <a:gd name="connsiteY444" fmla="*/ 35280 h 84574"/>
                  <a:gd name="connsiteX445" fmla="*/ 362946 w 1179211"/>
                  <a:gd name="connsiteY445" fmla="*/ 33105 h 84574"/>
                  <a:gd name="connsiteX446" fmla="*/ 370195 w 1179211"/>
                  <a:gd name="connsiteY446" fmla="*/ 34796 h 84574"/>
                  <a:gd name="connsiteX447" fmla="*/ 374786 w 1179211"/>
                  <a:gd name="connsiteY447" fmla="*/ 38421 h 84574"/>
                  <a:gd name="connsiteX448" fmla="*/ 379619 w 1179211"/>
                  <a:gd name="connsiteY448" fmla="*/ 32380 h 84574"/>
                  <a:gd name="connsiteX449" fmla="*/ 373820 w 1179211"/>
                  <a:gd name="connsiteY449" fmla="*/ 28997 h 84574"/>
                  <a:gd name="connsiteX450" fmla="*/ 363429 w 1179211"/>
                  <a:gd name="connsiteY450" fmla="*/ 27306 h 84574"/>
                  <a:gd name="connsiteX451" fmla="*/ 355938 w 1179211"/>
                  <a:gd name="connsiteY451" fmla="*/ 28272 h 84574"/>
                  <a:gd name="connsiteX452" fmla="*/ 349656 w 1179211"/>
                  <a:gd name="connsiteY452" fmla="*/ 31172 h 84574"/>
                  <a:gd name="connsiteX453" fmla="*/ 345306 w 1179211"/>
                  <a:gd name="connsiteY453" fmla="*/ 36005 h 84574"/>
                  <a:gd name="connsiteX454" fmla="*/ 343615 w 1179211"/>
                  <a:gd name="connsiteY454" fmla="*/ 42771 h 84574"/>
                  <a:gd name="connsiteX455" fmla="*/ 345065 w 1179211"/>
                  <a:gd name="connsiteY455" fmla="*/ 50020 h 84574"/>
                  <a:gd name="connsiteX456" fmla="*/ 348931 w 1179211"/>
                  <a:gd name="connsiteY456" fmla="*/ 54853 h 84574"/>
                  <a:gd name="connsiteX457" fmla="*/ 354005 w 1179211"/>
                  <a:gd name="connsiteY457" fmla="*/ 57752 h 84574"/>
                  <a:gd name="connsiteX458" fmla="*/ 359321 w 1179211"/>
                  <a:gd name="connsiteY458" fmla="*/ 59686 h 84574"/>
                  <a:gd name="connsiteX459" fmla="*/ 367779 w 1179211"/>
                  <a:gd name="connsiteY459" fmla="*/ 63310 h 84574"/>
                  <a:gd name="connsiteX460" fmla="*/ 370920 w 1179211"/>
                  <a:gd name="connsiteY460" fmla="*/ 70559 h 84574"/>
                  <a:gd name="connsiteX461" fmla="*/ 368262 w 1179211"/>
                  <a:gd name="connsiteY461" fmla="*/ 77325 h 84574"/>
                  <a:gd name="connsiteX462" fmla="*/ 360771 w 1179211"/>
                  <a:gd name="connsiteY462" fmla="*/ 79742 h 84574"/>
                  <a:gd name="connsiteX463" fmla="*/ 355938 w 1179211"/>
                  <a:gd name="connsiteY463" fmla="*/ 79017 h 84574"/>
                  <a:gd name="connsiteX464" fmla="*/ 351830 w 1179211"/>
                  <a:gd name="connsiteY464" fmla="*/ 76842 h 84574"/>
                  <a:gd name="connsiteX465" fmla="*/ 348447 w 1179211"/>
                  <a:gd name="connsiteY465" fmla="*/ 74184 h 84574"/>
                  <a:gd name="connsiteX466" fmla="*/ 346031 w 1179211"/>
                  <a:gd name="connsiteY466" fmla="*/ 71768 h 84574"/>
                  <a:gd name="connsiteX467" fmla="*/ 341198 w 1179211"/>
                  <a:gd name="connsiteY467" fmla="*/ 79500 h 84574"/>
                  <a:gd name="connsiteX468" fmla="*/ 360288 w 1179211"/>
                  <a:gd name="connsiteY468" fmla="*/ 85783 h 84574"/>
                  <a:gd name="connsiteX469" fmla="*/ 368020 w 1179211"/>
                  <a:gd name="connsiteY469" fmla="*/ 84575 h 84574"/>
                  <a:gd name="connsiteX470" fmla="*/ 374303 w 1179211"/>
                  <a:gd name="connsiteY470" fmla="*/ 81192 h 84574"/>
                  <a:gd name="connsiteX471" fmla="*/ 378411 w 1179211"/>
                  <a:gd name="connsiteY471" fmla="*/ 75634 h 84574"/>
                  <a:gd name="connsiteX472" fmla="*/ 380103 w 1179211"/>
                  <a:gd name="connsiteY472" fmla="*/ 68143 h 84574"/>
                  <a:gd name="connsiteX473" fmla="*/ 379619 w 1179211"/>
                  <a:gd name="connsiteY473" fmla="*/ 61377 h 84574"/>
                  <a:gd name="connsiteX474" fmla="*/ 298428 w 1179211"/>
                  <a:gd name="connsiteY474" fmla="*/ 84091 h 84574"/>
                  <a:gd name="connsiteX475" fmla="*/ 307852 w 1179211"/>
                  <a:gd name="connsiteY475" fmla="*/ 84091 h 84574"/>
                  <a:gd name="connsiteX476" fmla="*/ 307852 w 1179211"/>
                  <a:gd name="connsiteY476" fmla="*/ 57511 h 84574"/>
                  <a:gd name="connsiteX477" fmla="*/ 308093 w 1179211"/>
                  <a:gd name="connsiteY477" fmla="*/ 51953 h 84574"/>
                  <a:gd name="connsiteX478" fmla="*/ 308818 w 1179211"/>
                  <a:gd name="connsiteY478" fmla="*/ 46637 h 84574"/>
                  <a:gd name="connsiteX479" fmla="*/ 312926 w 1179211"/>
                  <a:gd name="connsiteY479" fmla="*/ 37938 h 84574"/>
                  <a:gd name="connsiteX480" fmla="*/ 318967 w 1179211"/>
                  <a:gd name="connsiteY480" fmla="*/ 34555 h 84574"/>
                  <a:gd name="connsiteX481" fmla="*/ 325008 w 1179211"/>
                  <a:gd name="connsiteY481" fmla="*/ 40596 h 84574"/>
                  <a:gd name="connsiteX482" fmla="*/ 333224 w 1179211"/>
                  <a:gd name="connsiteY482" fmla="*/ 37696 h 84574"/>
                  <a:gd name="connsiteX483" fmla="*/ 332016 w 1179211"/>
                  <a:gd name="connsiteY483" fmla="*/ 32863 h 84574"/>
                  <a:gd name="connsiteX484" fmla="*/ 329599 w 1179211"/>
                  <a:gd name="connsiteY484" fmla="*/ 29722 h 84574"/>
                  <a:gd name="connsiteX485" fmla="*/ 326216 w 1179211"/>
                  <a:gd name="connsiteY485" fmla="*/ 28030 h 84574"/>
                  <a:gd name="connsiteX486" fmla="*/ 322833 w 1179211"/>
                  <a:gd name="connsiteY486" fmla="*/ 27547 h 84574"/>
                  <a:gd name="connsiteX487" fmla="*/ 314134 w 1179211"/>
                  <a:gd name="connsiteY487" fmla="*/ 30205 h 84574"/>
                  <a:gd name="connsiteX488" fmla="*/ 307852 w 1179211"/>
                  <a:gd name="connsiteY488" fmla="*/ 37696 h 84574"/>
                  <a:gd name="connsiteX489" fmla="*/ 306643 w 1179211"/>
                  <a:gd name="connsiteY489" fmla="*/ 28272 h 84574"/>
                  <a:gd name="connsiteX490" fmla="*/ 297219 w 1179211"/>
                  <a:gd name="connsiteY490" fmla="*/ 29239 h 84574"/>
                  <a:gd name="connsiteX491" fmla="*/ 297461 w 1179211"/>
                  <a:gd name="connsiteY491" fmla="*/ 31413 h 84574"/>
                  <a:gd name="connsiteX492" fmla="*/ 297944 w 1179211"/>
                  <a:gd name="connsiteY492" fmla="*/ 35038 h 84574"/>
                  <a:gd name="connsiteX493" fmla="*/ 298186 w 1179211"/>
                  <a:gd name="connsiteY493" fmla="*/ 39146 h 84574"/>
                  <a:gd name="connsiteX494" fmla="*/ 298428 w 1179211"/>
                  <a:gd name="connsiteY494" fmla="*/ 43254 h 84574"/>
                  <a:gd name="connsiteX495" fmla="*/ 298428 w 1179211"/>
                  <a:gd name="connsiteY495" fmla="*/ 84091 h 84574"/>
                  <a:gd name="connsiteX496" fmla="*/ 267981 w 1179211"/>
                  <a:gd name="connsiteY496" fmla="*/ 38179 h 84574"/>
                  <a:gd name="connsiteX497" fmla="*/ 271122 w 1179211"/>
                  <a:gd name="connsiteY497" fmla="*/ 50262 h 84574"/>
                  <a:gd name="connsiteX498" fmla="*/ 271122 w 1179211"/>
                  <a:gd name="connsiteY498" fmla="*/ 52195 h 84574"/>
                  <a:gd name="connsiteX499" fmla="*/ 243817 w 1179211"/>
                  <a:gd name="connsiteY499" fmla="*/ 52195 h 84574"/>
                  <a:gd name="connsiteX500" fmla="*/ 245508 w 1179211"/>
                  <a:gd name="connsiteY500" fmla="*/ 45187 h 84574"/>
                  <a:gd name="connsiteX501" fmla="*/ 248649 w 1179211"/>
                  <a:gd name="connsiteY501" fmla="*/ 39388 h 84574"/>
                  <a:gd name="connsiteX502" fmla="*/ 253241 w 1179211"/>
                  <a:gd name="connsiteY502" fmla="*/ 35280 h 84574"/>
                  <a:gd name="connsiteX503" fmla="*/ 259282 w 1179211"/>
                  <a:gd name="connsiteY503" fmla="*/ 33830 h 84574"/>
                  <a:gd name="connsiteX504" fmla="*/ 267981 w 1179211"/>
                  <a:gd name="connsiteY504" fmla="*/ 38179 h 84574"/>
                  <a:gd name="connsiteX505" fmla="*/ 281029 w 1179211"/>
                  <a:gd name="connsiteY505" fmla="*/ 58236 h 84574"/>
                  <a:gd name="connsiteX506" fmla="*/ 281029 w 1179211"/>
                  <a:gd name="connsiteY506" fmla="*/ 52678 h 84574"/>
                  <a:gd name="connsiteX507" fmla="*/ 280063 w 1179211"/>
                  <a:gd name="connsiteY507" fmla="*/ 43496 h 84574"/>
                  <a:gd name="connsiteX508" fmla="*/ 276438 w 1179211"/>
                  <a:gd name="connsiteY508" fmla="*/ 35280 h 84574"/>
                  <a:gd name="connsiteX509" fmla="*/ 269672 w 1179211"/>
                  <a:gd name="connsiteY509" fmla="*/ 29480 h 84574"/>
                  <a:gd name="connsiteX510" fmla="*/ 259040 w 1179211"/>
                  <a:gd name="connsiteY510" fmla="*/ 27306 h 84574"/>
                  <a:gd name="connsiteX511" fmla="*/ 249133 w 1179211"/>
                  <a:gd name="connsiteY511" fmla="*/ 29480 h 84574"/>
                  <a:gd name="connsiteX512" fmla="*/ 241159 w 1179211"/>
                  <a:gd name="connsiteY512" fmla="*/ 35521 h 84574"/>
                  <a:gd name="connsiteX513" fmla="*/ 235842 w 1179211"/>
                  <a:gd name="connsiteY513" fmla="*/ 44704 h 84574"/>
                  <a:gd name="connsiteX514" fmla="*/ 233909 w 1179211"/>
                  <a:gd name="connsiteY514" fmla="*/ 56544 h 84574"/>
                  <a:gd name="connsiteX515" fmla="*/ 240675 w 1179211"/>
                  <a:gd name="connsiteY515" fmla="*/ 78292 h 84574"/>
                  <a:gd name="connsiteX516" fmla="*/ 260490 w 1179211"/>
                  <a:gd name="connsiteY516" fmla="*/ 85783 h 84574"/>
                  <a:gd name="connsiteX517" fmla="*/ 272572 w 1179211"/>
                  <a:gd name="connsiteY517" fmla="*/ 83125 h 84574"/>
                  <a:gd name="connsiteX518" fmla="*/ 282238 w 1179211"/>
                  <a:gd name="connsiteY518" fmla="*/ 75151 h 84574"/>
                  <a:gd name="connsiteX519" fmla="*/ 278371 w 1179211"/>
                  <a:gd name="connsiteY519" fmla="*/ 71043 h 84574"/>
                  <a:gd name="connsiteX520" fmla="*/ 268947 w 1179211"/>
                  <a:gd name="connsiteY520" fmla="*/ 77567 h 84574"/>
                  <a:gd name="connsiteX521" fmla="*/ 261215 w 1179211"/>
                  <a:gd name="connsiteY521" fmla="*/ 79017 h 84574"/>
                  <a:gd name="connsiteX522" fmla="*/ 248649 w 1179211"/>
                  <a:gd name="connsiteY522" fmla="*/ 73701 h 84574"/>
                  <a:gd name="connsiteX523" fmla="*/ 244058 w 1179211"/>
                  <a:gd name="connsiteY523" fmla="*/ 58477 h 84574"/>
                  <a:gd name="connsiteX524" fmla="*/ 281029 w 1179211"/>
                  <a:gd name="connsiteY524" fmla="*/ 58477 h 84574"/>
                  <a:gd name="connsiteX525" fmla="*/ 183648 w 1179211"/>
                  <a:gd name="connsiteY525" fmla="*/ 28997 h 84574"/>
                  <a:gd name="connsiteX526" fmla="*/ 172774 w 1179211"/>
                  <a:gd name="connsiteY526" fmla="*/ 28997 h 84574"/>
                  <a:gd name="connsiteX527" fmla="*/ 195247 w 1179211"/>
                  <a:gd name="connsiteY527" fmla="*/ 85300 h 84574"/>
                  <a:gd name="connsiteX528" fmla="*/ 203221 w 1179211"/>
                  <a:gd name="connsiteY528" fmla="*/ 85300 h 84574"/>
                  <a:gd name="connsiteX529" fmla="*/ 226418 w 1179211"/>
                  <a:gd name="connsiteY529" fmla="*/ 28997 h 84574"/>
                  <a:gd name="connsiteX530" fmla="*/ 217236 w 1179211"/>
                  <a:gd name="connsiteY530" fmla="*/ 28997 h 84574"/>
                  <a:gd name="connsiteX531" fmla="*/ 202496 w 1179211"/>
                  <a:gd name="connsiteY531" fmla="*/ 67660 h 84574"/>
                  <a:gd name="connsiteX532" fmla="*/ 200079 w 1179211"/>
                  <a:gd name="connsiteY532" fmla="*/ 76359 h 84574"/>
                  <a:gd name="connsiteX533" fmla="*/ 199354 w 1179211"/>
                  <a:gd name="connsiteY533" fmla="*/ 72734 h 84574"/>
                  <a:gd name="connsiteX534" fmla="*/ 197663 w 1179211"/>
                  <a:gd name="connsiteY534" fmla="*/ 67176 h 84574"/>
                  <a:gd name="connsiteX535" fmla="*/ 183648 w 1179211"/>
                  <a:gd name="connsiteY535" fmla="*/ 28997 h 84574"/>
                  <a:gd name="connsiteX536" fmla="*/ 159000 w 1179211"/>
                  <a:gd name="connsiteY536" fmla="*/ 28997 h 84574"/>
                  <a:gd name="connsiteX537" fmla="*/ 148851 w 1179211"/>
                  <a:gd name="connsiteY537" fmla="*/ 28997 h 84574"/>
                  <a:gd name="connsiteX538" fmla="*/ 148851 w 1179211"/>
                  <a:gd name="connsiteY538" fmla="*/ 84091 h 84574"/>
                  <a:gd name="connsiteX539" fmla="*/ 159000 w 1179211"/>
                  <a:gd name="connsiteY539" fmla="*/ 84091 h 84574"/>
                  <a:gd name="connsiteX540" fmla="*/ 159000 w 1179211"/>
                  <a:gd name="connsiteY540" fmla="*/ 28997 h 84574"/>
                  <a:gd name="connsiteX541" fmla="*/ 158517 w 1179211"/>
                  <a:gd name="connsiteY541" fmla="*/ 2416 h 84574"/>
                  <a:gd name="connsiteX542" fmla="*/ 154167 w 1179211"/>
                  <a:gd name="connsiteY542" fmla="*/ 483 h 84574"/>
                  <a:gd name="connsiteX543" fmla="*/ 149576 w 1179211"/>
                  <a:gd name="connsiteY543" fmla="*/ 2416 h 84574"/>
                  <a:gd name="connsiteX544" fmla="*/ 147643 w 1179211"/>
                  <a:gd name="connsiteY544" fmla="*/ 6766 h 84574"/>
                  <a:gd name="connsiteX545" fmla="*/ 149576 w 1179211"/>
                  <a:gd name="connsiteY545" fmla="*/ 11116 h 84574"/>
                  <a:gd name="connsiteX546" fmla="*/ 154167 w 1179211"/>
                  <a:gd name="connsiteY546" fmla="*/ 13049 h 84574"/>
                  <a:gd name="connsiteX547" fmla="*/ 158517 w 1179211"/>
                  <a:gd name="connsiteY547" fmla="*/ 11116 h 84574"/>
                  <a:gd name="connsiteX548" fmla="*/ 160450 w 1179211"/>
                  <a:gd name="connsiteY548" fmla="*/ 6766 h 84574"/>
                  <a:gd name="connsiteX549" fmla="*/ 158517 w 1179211"/>
                  <a:gd name="connsiteY549" fmla="*/ 2416 h 84574"/>
                  <a:gd name="connsiteX550" fmla="*/ 128795 w 1179211"/>
                  <a:gd name="connsiteY550" fmla="*/ 84091 h 84574"/>
                  <a:gd name="connsiteX551" fmla="*/ 128795 w 1179211"/>
                  <a:gd name="connsiteY551" fmla="*/ 49537 h 84574"/>
                  <a:gd name="connsiteX552" fmla="*/ 128312 w 1179211"/>
                  <a:gd name="connsiteY552" fmla="*/ 41079 h 84574"/>
                  <a:gd name="connsiteX553" fmla="*/ 126137 w 1179211"/>
                  <a:gd name="connsiteY553" fmla="*/ 34071 h 84574"/>
                  <a:gd name="connsiteX554" fmla="*/ 120338 w 1179211"/>
                  <a:gd name="connsiteY554" fmla="*/ 29239 h 84574"/>
                  <a:gd name="connsiteX555" fmla="*/ 109705 w 1179211"/>
                  <a:gd name="connsiteY555" fmla="*/ 27306 h 84574"/>
                  <a:gd name="connsiteX556" fmla="*/ 102214 w 1179211"/>
                  <a:gd name="connsiteY556" fmla="*/ 28514 h 84574"/>
                  <a:gd name="connsiteX557" fmla="*/ 96898 w 1179211"/>
                  <a:gd name="connsiteY557" fmla="*/ 31655 h 84574"/>
                  <a:gd name="connsiteX558" fmla="*/ 93274 w 1179211"/>
                  <a:gd name="connsiteY558" fmla="*/ 35280 h 84574"/>
                  <a:gd name="connsiteX559" fmla="*/ 91341 w 1179211"/>
                  <a:gd name="connsiteY559" fmla="*/ 37938 h 84574"/>
                  <a:gd name="connsiteX560" fmla="*/ 90132 w 1179211"/>
                  <a:gd name="connsiteY560" fmla="*/ 28514 h 84574"/>
                  <a:gd name="connsiteX561" fmla="*/ 80708 w 1179211"/>
                  <a:gd name="connsiteY561" fmla="*/ 29480 h 84574"/>
                  <a:gd name="connsiteX562" fmla="*/ 80950 w 1179211"/>
                  <a:gd name="connsiteY562" fmla="*/ 31655 h 84574"/>
                  <a:gd name="connsiteX563" fmla="*/ 81433 w 1179211"/>
                  <a:gd name="connsiteY563" fmla="*/ 35280 h 84574"/>
                  <a:gd name="connsiteX564" fmla="*/ 81675 w 1179211"/>
                  <a:gd name="connsiteY564" fmla="*/ 39388 h 84574"/>
                  <a:gd name="connsiteX565" fmla="*/ 81917 w 1179211"/>
                  <a:gd name="connsiteY565" fmla="*/ 43496 h 84574"/>
                  <a:gd name="connsiteX566" fmla="*/ 81917 w 1179211"/>
                  <a:gd name="connsiteY566" fmla="*/ 84333 h 84574"/>
                  <a:gd name="connsiteX567" fmla="*/ 91824 w 1179211"/>
                  <a:gd name="connsiteY567" fmla="*/ 84333 h 84574"/>
                  <a:gd name="connsiteX568" fmla="*/ 91824 w 1179211"/>
                  <a:gd name="connsiteY568" fmla="*/ 53403 h 84574"/>
                  <a:gd name="connsiteX569" fmla="*/ 93032 w 1179211"/>
                  <a:gd name="connsiteY569" fmla="*/ 46154 h 84574"/>
                  <a:gd name="connsiteX570" fmla="*/ 96415 w 1179211"/>
                  <a:gd name="connsiteY570" fmla="*/ 40354 h 84574"/>
                  <a:gd name="connsiteX571" fmla="*/ 101248 w 1179211"/>
                  <a:gd name="connsiteY571" fmla="*/ 36488 h 84574"/>
                  <a:gd name="connsiteX572" fmla="*/ 107531 w 1179211"/>
                  <a:gd name="connsiteY572" fmla="*/ 35038 h 84574"/>
                  <a:gd name="connsiteX573" fmla="*/ 113572 w 1179211"/>
                  <a:gd name="connsiteY573" fmla="*/ 36005 h 84574"/>
                  <a:gd name="connsiteX574" fmla="*/ 117196 w 1179211"/>
                  <a:gd name="connsiteY574" fmla="*/ 38904 h 84574"/>
                  <a:gd name="connsiteX575" fmla="*/ 118888 w 1179211"/>
                  <a:gd name="connsiteY575" fmla="*/ 43496 h 84574"/>
                  <a:gd name="connsiteX576" fmla="*/ 119371 w 1179211"/>
                  <a:gd name="connsiteY576" fmla="*/ 49778 h 84574"/>
                  <a:gd name="connsiteX577" fmla="*/ 119371 w 1179211"/>
                  <a:gd name="connsiteY577" fmla="*/ 84333 h 84574"/>
                  <a:gd name="connsiteX578" fmla="*/ 128795 w 1179211"/>
                  <a:gd name="connsiteY578" fmla="*/ 84333 h 84574"/>
                  <a:gd name="connsiteX579" fmla="*/ 60894 w 1179211"/>
                  <a:gd name="connsiteY579" fmla="*/ 5799 h 84574"/>
                  <a:gd name="connsiteX580" fmla="*/ 50986 w 1179211"/>
                  <a:gd name="connsiteY580" fmla="*/ 5799 h 84574"/>
                  <a:gd name="connsiteX581" fmla="*/ 50986 w 1179211"/>
                  <a:gd name="connsiteY581" fmla="*/ 54128 h 84574"/>
                  <a:gd name="connsiteX582" fmla="*/ 49295 w 1179211"/>
                  <a:gd name="connsiteY582" fmla="*/ 66935 h 84574"/>
                  <a:gd name="connsiteX583" fmla="*/ 44945 w 1179211"/>
                  <a:gd name="connsiteY583" fmla="*/ 74667 h 84574"/>
                  <a:gd name="connsiteX584" fmla="*/ 38421 w 1179211"/>
                  <a:gd name="connsiteY584" fmla="*/ 78534 h 84574"/>
                  <a:gd name="connsiteX585" fmla="*/ 30447 w 1179211"/>
                  <a:gd name="connsiteY585" fmla="*/ 79500 h 84574"/>
                  <a:gd name="connsiteX586" fmla="*/ 22231 w 1179211"/>
                  <a:gd name="connsiteY586" fmla="*/ 78534 h 84574"/>
                  <a:gd name="connsiteX587" fmla="*/ 15707 w 1179211"/>
                  <a:gd name="connsiteY587" fmla="*/ 74667 h 84574"/>
                  <a:gd name="connsiteX588" fmla="*/ 11357 w 1179211"/>
                  <a:gd name="connsiteY588" fmla="*/ 66935 h 84574"/>
                  <a:gd name="connsiteX589" fmla="*/ 9666 w 1179211"/>
                  <a:gd name="connsiteY589" fmla="*/ 54128 h 84574"/>
                  <a:gd name="connsiteX590" fmla="*/ 9666 w 1179211"/>
                  <a:gd name="connsiteY590" fmla="*/ 5799 h 84574"/>
                  <a:gd name="connsiteX591" fmla="*/ 0 w 1179211"/>
                  <a:gd name="connsiteY591" fmla="*/ 5799 h 84574"/>
                  <a:gd name="connsiteX592" fmla="*/ 0 w 1179211"/>
                  <a:gd name="connsiteY592" fmla="*/ 54853 h 84574"/>
                  <a:gd name="connsiteX593" fmla="*/ 7733 w 1179211"/>
                  <a:gd name="connsiteY593" fmla="*/ 79500 h 84574"/>
                  <a:gd name="connsiteX594" fmla="*/ 30689 w 1179211"/>
                  <a:gd name="connsiteY594" fmla="*/ 86749 h 84574"/>
                  <a:gd name="connsiteX595" fmla="*/ 53403 w 1179211"/>
                  <a:gd name="connsiteY595" fmla="*/ 79500 h 84574"/>
                  <a:gd name="connsiteX596" fmla="*/ 60894 w 1179211"/>
                  <a:gd name="connsiteY596" fmla="*/ 54853 h 84574"/>
                  <a:gd name="connsiteX597" fmla="*/ 60894 w 1179211"/>
                  <a:gd name="connsiteY597" fmla="*/ 5799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</a:cxnLst>
                <a:rect l="l" t="t" r="r" b="b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31" name="Freihandform: Form 30">
                <a:extLst>
                  <a:ext uri="{FF2B5EF4-FFF2-40B4-BE49-F238E27FC236}">
                    <a16:creationId xmlns:a16="http://schemas.microsoft.com/office/drawing/2014/main" id="{22FEF1E6-C2ED-48D1-B68D-F0300DB16821}"/>
                  </a:ext>
                </a:extLst>
              </p:cNvPr>
              <p:cNvSpPr/>
              <p:nvPr/>
            </p:nvSpPr>
            <p:spPr>
              <a:xfrm>
                <a:off x="11569754" y="1219314"/>
                <a:ext cx="152234" cy="132903"/>
              </a:xfrm>
              <a:custGeom>
                <a:avLst/>
                <a:gdLst>
                  <a:gd name="connsiteX0" fmla="*/ 0 w 152234"/>
                  <a:gd name="connsiteY0" fmla="*/ 134353 h 132902"/>
                  <a:gd name="connsiteX1" fmla="*/ 84816 w 152234"/>
                  <a:gd name="connsiteY1" fmla="*/ 134353 h 132902"/>
                  <a:gd name="connsiteX2" fmla="*/ 152234 w 152234"/>
                  <a:gd name="connsiteY2" fmla="*/ 67176 h 132902"/>
                  <a:gd name="connsiteX3" fmla="*/ 84816 w 152234"/>
                  <a:gd name="connsiteY3" fmla="*/ 0 h 132902"/>
                  <a:gd name="connsiteX4" fmla="*/ 0 w 152234"/>
                  <a:gd name="connsiteY4" fmla="*/ 0 h 132902"/>
                  <a:gd name="connsiteX5" fmla="*/ 0 w 152234"/>
                  <a:gd name="connsiteY5" fmla="*/ 134353 h 132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</p:grpSp>
      <p:pic>
        <p:nvPicPr>
          <p:cNvPr id="12" name="Grafik 11">
            <a:extLst>
              <a:ext uri="{FF2B5EF4-FFF2-40B4-BE49-F238E27FC236}">
                <a16:creationId xmlns:a16="http://schemas.microsoft.com/office/drawing/2014/main" id="{3B9C8E9F-01A9-4CE0-8030-B76B3BE38D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921" t="8747" b="17591"/>
          <a:stretch>
            <a:fillRect/>
          </a:stretch>
        </p:blipFill>
        <p:spPr>
          <a:xfrm>
            <a:off x="0" y="0"/>
            <a:ext cx="3731958" cy="4914900"/>
          </a:xfrm>
          <a:custGeom>
            <a:avLst/>
            <a:gdLst>
              <a:gd name="connsiteX0" fmla="*/ 0 w 5015880"/>
              <a:gd name="connsiteY0" fmla="*/ 0 h 6597650"/>
              <a:gd name="connsiteX1" fmla="*/ 5015880 w 5015880"/>
              <a:gd name="connsiteY1" fmla="*/ 0 h 6597650"/>
              <a:gd name="connsiteX2" fmla="*/ 5015880 w 5015880"/>
              <a:gd name="connsiteY2" fmla="*/ 6597650 h 6597650"/>
              <a:gd name="connsiteX3" fmla="*/ 0 w 5015880"/>
              <a:gd name="connsiteY3" fmla="*/ 6597650 h 659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</p:spPr>
      </p:pic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5327C6-E598-4991-AB22-BE7A8B83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581514-8A34-423E-AF48-23D40C9B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44" name="Titel 1">
            <a:extLst>
              <a:ext uri="{FF2B5EF4-FFF2-40B4-BE49-F238E27FC236}">
                <a16:creationId xmlns:a16="http://schemas.microsoft.com/office/drawing/2014/main" id="{A4C0BC30-E626-4EC3-B52E-EC6CECC18B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4051" y="330910"/>
            <a:ext cx="2889316" cy="452322"/>
          </a:xfrm>
        </p:spPr>
        <p:txBody>
          <a:bodyPr/>
          <a:lstStyle/>
          <a:p>
            <a:r>
              <a:rPr lang="de-DE" dirty="0"/>
              <a:t>Inhalt + Kopf</a:t>
            </a:r>
          </a:p>
        </p:txBody>
      </p: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F23939B8-98AC-4295-9C3F-D06AC0E2B265}"/>
              </a:ext>
            </a:extLst>
          </p:cNvPr>
          <p:cNvCxnSpPr>
            <a:cxnSpLocks/>
          </p:cNvCxnSpPr>
          <p:nvPr userDrawn="1"/>
        </p:nvCxnSpPr>
        <p:spPr>
          <a:xfrm>
            <a:off x="4464051" y="974732"/>
            <a:ext cx="2889315" cy="0"/>
          </a:xfrm>
          <a:prstGeom prst="line">
            <a:avLst/>
          </a:prstGeom>
          <a:ln w="19050">
            <a:solidFill>
              <a:srgbClr val="CCD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16C751C-C99C-4A88-ADDD-C33FB6EC870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64050" y="1422400"/>
            <a:ext cx="4368800" cy="3492500"/>
          </a:xfrm>
        </p:spPr>
        <p:txBody>
          <a:bodyPr>
            <a:noAutofit/>
          </a:bodyPr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sp>
        <p:nvSpPr>
          <p:cNvPr id="43" name="Textplatzhalter 3">
            <a:extLst>
              <a:ext uri="{FF2B5EF4-FFF2-40B4-BE49-F238E27FC236}">
                <a16:creationId xmlns:a16="http://schemas.microsoft.com/office/drawing/2014/main" id="{9D7F55B5-520F-1846-9A54-FEA146BB9F5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4050" y="1089025"/>
            <a:ext cx="4159250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1077683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12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Inhalt + Bild rechts (bearbeiten)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D03C39F-F4DA-4E33-9C12-0C07D46B74D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625577" y="1422400"/>
            <a:ext cx="4518422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C5337AD4-58C4-4CD3-B6EE-0320BEF61A5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1550" y="1422399"/>
            <a:ext cx="3754437" cy="3492500"/>
          </a:xfrm>
        </p:spPr>
        <p:txBody>
          <a:bodyPr>
            <a:noAutofit/>
          </a:bodyPr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66EF6949-DF2A-6945-ACA6-6155BA68DF6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5576603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zwei Bilder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Inhalt + 2 Bilder rechts (bearbeiten)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1ADE6869-998B-4809-AE43-C38E35BE8AA6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625578" y="1422400"/>
            <a:ext cx="2241947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BB574367-BB34-447D-A233-6E083CBE551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921103" y="1422399"/>
            <a:ext cx="2222897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7DFAE767-5641-4D3F-9095-84DF2765072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2288" y="1422400"/>
            <a:ext cx="3754437" cy="3492500"/>
          </a:xfrm>
        </p:spPr>
        <p:txBody>
          <a:bodyPr/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sp>
        <p:nvSpPr>
          <p:cNvPr id="11" name="Textplatzhalter 3">
            <a:extLst>
              <a:ext uri="{FF2B5EF4-FFF2-40B4-BE49-F238E27FC236}">
                <a16:creationId xmlns:a16="http://schemas.microsoft.com/office/drawing/2014/main" id="{1169AC40-4AD9-954E-A54F-29F517D6CC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39608973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360" userDrawn="1">
          <p15:clr>
            <a:srgbClr val="FBAE40"/>
          </p15:clr>
        </p15:guide>
        <p15:guide id="2" pos="4326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 + Bild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uppieren 53">
            <a:extLst>
              <a:ext uri="{FF2B5EF4-FFF2-40B4-BE49-F238E27FC236}">
                <a16:creationId xmlns:a16="http://schemas.microsoft.com/office/drawing/2014/main" id="{7376B4C5-BE86-46E2-BB73-C84DD0D0A2B1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  <a:solidFill>
            <a:schemeClr val="tx2"/>
          </a:solidFill>
        </p:grpSpPr>
        <p:sp>
          <p:nvSpPr>
            <p:cNvPr id="55" name="bk object 18">
              <a:extLst>
                <a:ext uri="{FF2B5EF4-FFF2-40B4-BE49-F238E27FC236}">
                  <a16:creationId xmlns:a16="http://schemas.microsoft.com/office/drawing/2014/main" id="{554B3AC1-FDFF-4DC3-9DC6-81F70D7AA0BB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bk object 18">
              <a:extLst>
                <a:ext uri="{FF2B5EF4-FFF2-40B4-BE49-F238E27FC236}">
                  <a16:creationId xmlns:a16="http://schemas.microsoft.com/office/drawing/2014/main" id="{77DD96AE-1808-4743-8DCB-608D8DC68352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Holder 3">
              <a:extLst>
                <a:ext uri="{FF2B5EF4-FFF2-40B4-BE49-F238E27FC236}">
                  <a16:creationId xmlns:a16="http://schemas.microsoft.com/office/drawing/2014/main" id="{DA1288D7-3EDD-4960-BA1A-AED8C420D139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  <a:grpFill/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5327C6-E598-4991-AB22-BE7A8B83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581514-8A34-423E-AF48-23D40C9B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44" name="Titel 1">
            <a:extLst>
              <a:ext uri="{FF2B5EF4-FFF2-40B4-BE49-F238E27FC236}">
                <a16:creationId xmlns:a16="http://schemas.microsoft.com/office/drawing/2014/main" id="{A4C0BC30-E626-4EC3-B52E-EC6CECC18B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5579" y="330910"/>
            <a:ext cx="2727787" cy="452322"/>
          </a:xfrm>
        </p:spPr>
        <p:txBody>
          <a:bodyPr/>
          <a:lstStyle/>
          <a:p>
            <a:r>
              <a:rPr lang="de-DE" dirty="0"/>
              <a:t>Inhalt + Bild links</a:t>
            </a:r>
          </a:p>
        </p:txBody>
      </p: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2A6B4FCA-16D8-4C61-9911-C6EBBA2E9614}"/>
              </a:ext>
            </a:extLst>
          </p:cNvPr>
          <p:cNvCxnSpPr>
            <a:cxnSpLocks/>
          </p:cNvCxnSpPr>
          <p:nvPr userDrawn="1"/>
        </p:nvCxnSpPr>
        <p:spPr>
          <a:xfrm>
            <a:off x="4625975" y="974732"/>
            <a:ext cx="2727391" cy="0"/>
          </a:xfrm>
          <a:prstGeom prst="line">
            <a:avLst/>
          </a:prstGeom>
          <a:ln w="19050">
            <a:solidFill>
              <a:srgbClr val="CCD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6973DDC7-C42E-4F39-AF1D-5C1BA1202CB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-6031" y="-1"/>
            <a:ext cx="4277280" cy="49149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8E86CCD-5F3A-4D32-9430-6A5FA2D9994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25578" y="1422400"/>
            <a:ext cx="3997722" cy="3487738"/>
          </a:xfrm>
        </p:spPr>
        <p:txBody>
          <a:bodyPr>
            <a:noAutofit/>
          </a:bodyPr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grpSp>
        <p:nvGrpSpPr>
          <p:cNvPr id="43" name="Grafik 9">
            <a:extLst>
              <a:ext uri="{FF2B5EF4-FFF2-40B4-BE49-F238E27FC236}">
                <a16:creationId xmlns:a16="http://schemas.microsoft.com/office/drawing/2014/main" id="{C91C6619-4CF7-49A7-802B-6AF7FF4914DA}"/>
              </a:ext>
            </a:extLst>
          </p:cNvPr>
          <p:cNvGrpSpPr/>
          <p:nvPr userDrawn="1"/>
        </p:nvGrpSpPr>
        <p:grpSpPr>
          <a:xfrm>
            <a:off x="7741437" y="394294"/>
            <a:ext cx="1049330" cy="621121"/>
            <a:chOff x="10321916" y="525077"/>
            <a:chExt cx="1399106" cy="827140"/>
          </a:xfrm>
          <a:solidFill>
            <a:schemeClr val="accent1"/>
          </a:solidFill>
        </p:grpSpPr>
        <p:grpSp>
          <p:nvGrpSpPr>
            <p:cNvPr id="45" name="Grafik 9">
              <a:extLst>
                <a:ext uri="{FF2B5EF4-FFF2-40B4-BE49-F238E27FC236}">
                  <a16:creationId xmlns:a16="http://schemas.microsoft.com/office/drawing/2014/main" id="{455B36EC-528F-4E97-93BF-21959E6FD9B9}"/>
                </a:ext>
              </a:extLst>
            </p:cNvPr>
            <p:cNvGrpSpPr/>
            <p:nvPr/>
          </p:nvGrpSpPr>
          <p:grpSpPr>
            <a:xfrm>
              <a:off x="10321916" y="525077"/>
              <a:ext cx="1179212" cy="575107"/>
              <a:chOff x="10321916" y="525077"/>
              <a:chExt cx="1179212" cy="575107"/>
            </a:xfrm>
            <a:solidFill>
              <a:schemeClr val="accent1"/>
            </a:solidFill>
          </p:grpSpPr>
          <p:sp>
            <p:nvSpPr>
              <p:cNvPr id="69" name="Freihandform: Form 68">
                <a:extLst>
                  <a:ext uri="{FF2B5EF4-FFF2-40B4-BE49-F238E27FC236}">
                    <a16:creationId xmlns:a16="http://schemas.microsoft.com/office/drawing/2014/main" id="{91D309B1-63F8-4AB2-8EB2-1CAEF4C839A6}"/>
                  </a:ext>
                </a:extLst>
              </p:cNvPr>
              <p:cNvSpPr/>
              <p:nvPr/>
            </p:nvSpPr>
            <p:spPr>
              <a:xfrm>
                <a:off x="11143981" y="639857"/>
                <a:ext cx="357630" cy="357630"/>
              </a:xfrm>
              <a:custGeom>
                <a:avLst/>
                <a:gdLst>
                  <a:gd name="connsiteX0" fmla="*/ 358113 w 357629"/>
                  <a:gd name="connsiteY0" fmla="*/ 0 h 357629"/>
                  <a:gd name="connsiteX1" fmla="*/ 358113 w 357629"/>
                  <a:gd name="connsiteY1" fmla="*/ 179540 h 357629"/>
                  <a:gd name="connsiteX2" fmla="*/ 179057 w 357629"/>
                  <a:gd name="connsiteY2" fmla="*/ 359080 h 357629"/>
                  <a:gd name="connsiteX3" fmla="*/ 0 w 357629"/>
                  <a:gd name="connsiteY3" fmla="*/ 179540 h 357629"/>
                  <a:gd name="connsiteX4" fmla="*/ 0 w 357629"/>
                  <a:gd name="connsiteY4" fmla="*/ 0 h 357629"/>
                  <a:gd name="connsiteX5" fmla="*/ 90857 w 357629"/>
                  <a:gd name="connsiteY5" fmla="*/ 0 h 357629"/>
                  <a:gd name="connsiteX6" fmla="*/ 90857 w 357629"/>
                  <a:gd name="connsiteY6" fmla="*/ 171807 h 357629"/>
                  <a:gd name="connsiteX7" fmla="*/ 179057 w 357629"/>
                  <a:gd name="connsiteY7" fmla="*/ 265323 h 357629"/>
                  <a:gd name="connsiteX8" fmla="*/ 267256 w 357629"/>
                  <a:gd name="connsiteY8" fmla="*/ 171807 h 357629"/>
                  <a:gd name="connsiteX9" fmla="*/ 267256 w 357629"/>
                  <a:gd name="connsiteY9" fmla="*/ 0 h 357629"/>
                  <a:gd name="connsiteX10" fmla="*/ 358113 w 357629"/>
                  <a:gd name="connsiteY10" fmla="*/ 0 h 35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0" name="Freihandform: Form 69">
                <a:extLst>
                  <a:ext uri="{FF2B5EF4-FFF2-40B4-BE49-F238E27FC236}">
                    <a16:creationId xmlns:a16="http://schemas.microsoft.com/office/drawing/2014/main" id="{A36242A3-7F74-4857-8FF1-ADD22CCD327C}"/>
                  </a:ext>
                </a:extLst>
              </p:cNvPr>
              <p:cNvSpPr/>
              <p:nvPr/>
            </p:nvSpPr>
            <p:spPr>
              <a:xfrm>
                <a:off x="10321916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1" name="Freihandform: Form 70">
                <a:extLst>
                  <a:ext uri="{FF2B5EF4-FFF2-40B4-BE49-F238E27FC236}">
                    <a16:creationId xmlns:a16="http://schemas.microsoft.com/office/drawing/2014/main" id="{373027A2-4C51-4E71-A123-42FB987BF2B4}"/>
                  </a:ext>
                </a:extLst>
              </p:cNvPr>
              <p:cNvSpPr/>
              <p:nvPr/>
            </p:nvSpPr>
            <p:spPr>
              <a:xfrm>
                <a:off x="10734399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2" name="Freihandform: Form 71">
                <a:extLst>
                  <a:ext uri="{FF2B5EF4-FFF2-40B4-BE49-F238E27FC236}">
                    <a16:creationId xmlns:a16="http://schemas.microsoft.com/office/drawing/2014/main" id="{A909C168-98E6-4FA2-8D75-923A389A4E9A}"/>
                  </a:ext>
                </a:extLst>
              </p:cNvPr>
              <p:cNvSpPr/>
              <p:nvPr/>
            </p:nvSpPr>
            <p:spPr>
              <a:xfrm>
                <a:off x="104640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3" name="Freihandform: Form 72">
                <a:extLst>
                  <a:ext uri="{FF2B5EF4-FFF2-40B4-BE49-F238E27FC236}">
                    <a16:creationId xmlns:a16="http://schemas.microsoft.com/office/drawing/2014/main" id="{9A3716B3-558A-427F-BA0B-829497FC8881}"/>
                  </a:ext>
                </a:extLst>
              </p:cNvPr>
              <p:cNvSpPr/>
              <p:nvPr/>
            </p:nvSpPr>
            <p:spPr>
              <a:xfrm>
                <a:off x="10610678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4" name="Freihandform: Form 73">
                <a:extLst>
                  <a:ext uri="{FF2B5EF4-FFF2-40B4-BE49-F238E27FC236}">
                    <a16:creationId xmlns:a16="http://schemas.microsoft.com/office/drawing/2014/main" id="{F8470D77-D85D-4975-9A60-9CE2E8808B2C}"/>
                  </a:ext>
                </a:extLst>
              </p:cNvPr>
              <p:cNvSpPr/>
              <p:nvPr/>
            </p:nvSpPr>
            <p:spPr>
              <a:xfrm>
                <a:off x="109497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46" name="Freihandform: Form 45">
              <a:extLst>
                <a:ext uri="{FF2B5EF4-FFF2-40B4-BE49-F238E27FC236}">
                  <a16:creationId xmlns:a16="http://schemas.microsoft.com/office/drawing/2014/main" id="{BCF37C2F-5134-4162-BE90-58DA31D2F78C}"/>
                </a:ext>
              </a:extLst>
            </p:cNvPr>
            <p:cNvSpPr/>
            <p:nvPr/>
          </p:nvSpPr>
          <p:spPr>
            <a:xfrm>
              <a:off x="10322158" y="1089069"/>
              <a:ext cx="57994" cy="77325"/>
            </a:xfrm>
            <a:custGeom>
              <a:avLst/>
              <a:gdLst>
                <a:gd name="connsiteX0" fmla="*/ 49053 w 57994"/>
                <a:gd name="connsiteY0" fmla="*/ 0 h 77325"/>
                <a:gd name="connsiteX1" fmla="*/ 49053 w 57994"/>
                <a:gd name="connsiteY1" fmla="*/ 34071 h 77325"/>
                <a:gd name="connsiteX2" fmla="*/ 10149 w 57994"/>
                <a:gd name="connsiteY2" fmla="*/ 34071 h 77325"/>
                <a:gd name="connsiteX3" fmla="*/ 10149 w 57994"/>
                <a:gd name="connsiteY3" fmla="*/ 0 h 77325"/>
                <a:gd name="connsiteX4" fmla="*/ 0 w 57994"/>
                <a:gd name="connsiteY4" fmla="*/ 0 h 77325"/>
                <a:gd name="connsiteX5" fmla="*/ 0 w 57994"/>
                <a:gd name="connsiteY5" fmla="*/ 78292 h 77325"/>
                <a:gd name="connsiteX6" fmla="*/ 10149 w 57994"/>
                <a:gd name="connsiteY6" fmla="*/ 78292 h 77325"/>
                <a:gd name="connsiteX7" fmla="*/ 10149 w 57994"/>
                <a:gd name="connsiteY7" fmla="*/ 40837 h 77325"/>
                <a:gd name="connsiteX8" fmla="*/ 49053 w 57994"/>
                <a:gd name="connsiteY8" fmla="*/ 40837 h 77325"/>
                <a:gd name="connsiteX9" fmla="*/ 49053 w 57994"/>
                <a:gd name="connsiteY9" fmla="*/ 78292 h 77325"/>
                <a:gd name="connsiteX10" fmla="*/ 58961 w 57994"/>
                <a:gd name="connsiteY10" fmla="*/ 78292 h 77325"/>
                <a:gd name="connsiteX11" fmla="*/ 58961 w 57994"/>
                <a:gd name="connsiteY11" fmla="*/ 0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48" name="Freihandform: Form 47">
              <a:extLst>
                <a:ext uri="{FF2B5EF4-FFF2-40B4-BE49-F238E27FC236}">
                  <a16:creationId xmlns:a16="http://schemas.microsoft.com/office/drawing/2014/main" id="{80B310A5-C7B4-461B-A746-BE06FBD16D53}"/>
                </a:ext>
              </a:extLst>
            </p:cNvPr>
            <p:cNvSpPr/>
            <p:nvPr/>
          </p:nvSpPr>
          <p:spPr>
            <a:xfrm>
              <a:off x="10399483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6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49" name="Freihandform: Form 48">
              <a:extLst>
                <a:ext uri="{FF2B5EF4-FFF2-40B4-BE49-F238E27FC236}">
                  <a16:creationId xmlns:a16="http://schemas.microsoft.com/office/drawing/2014/main" id="{41295C12-5E33-43EE-8872-7957A8D8536C}"/>
                </a:ext>
              </a:extLst>
            </p:cNvPr>
            <p:cNvSpPr/>
            <p:nvPr/>
          </p:nvSpPr>
          <p:spPr>
            <a:xfrm>
              <a:off x="104654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50" name="Grafik 9">
              <a:extLst>
                <a:ext uri="{FF2B5EF4-FFF2-40B4-BE49-F238E27FC236}">
                  <a16:creationId xmlns:a16="http://schemas.microsoft.com/office/drawing/2014/main" id="{3A5FF387-F0B6-477E-998D-234DECE1DB1B}"/>
                </a:ext>
              </a:extLst>
            </p:cNvPr>
            <p:cNvGrpSpPr/>
            <p:nvPr/>
          </p:nvGrpSpPr>
          <p:grpSpPr>
            <a:xfrm>
              <a:off x="10496140" y="1110575"/>
              <a:ext cx="101490" cy="55578"/>
              <a:chOff x="10496140" y="1110575"/>
              <a:chExt cx="101490" cy="55578"/>
            </a:xfrm>
            <a:solidFill>
              <a:srgbClr val="000000"/>
            </a:solidFill>
          </p:grpSpPr>
          <p:sp>
            <p:nvSpPr>
              <p:cNvPr id="67" name="Freihandform: Form 66">
                <a:extLst>
                  <a:ext uri="{FF2B5EF4-FFF2-40B4-BE49-F238E27FC236}">
                    <a16:creationId xmlns:a16="http://schemas.microsoft.com/office/drawing/2014/main" id="{FE518397-1522-4A04-B6ED-00F9007F357A}"/>
                  </a:ext>
                </a:extLst>
              </p:cNvPr>
              <p:cNvSpPr/>
              <p:nvPr/>
            </p:nvSpPr>
            <p:spPr>
              <a:xfrm>
                <a:off x="104961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8" name="Freihandform: Form 67">
                <a:extLst>
                  <a:ext uri="{FF2B5EF4-FFF2-40B4-BE49-F238E27FC236}">
                    <a16:creationId xmlns:a16="http://schemas.microsoft.com/office/drawing/2014/main" id="{10063F5E-0004-4BCF-97BF-1F768B2194CF}"/>
                  </a:ext>
                </a:extLst>
              </p:cNvPr>
              <p:cNvSpPr/>
              <p:nvPr/>
            </p:nvSpPr>
            <p:spPr>
              <a:xfrm>
                <a:off x="10562833" y="1110816"/>
                <a:ext cx="33830" cy="55578"/>
              </a:xfrm>
              <a:custGeom>
                <a:avLst/>
                <a:gdLst>
                  <a:gd name="connsiteX0" fmla="*/ 1208 w 33829"/>
                  <a:gd name="connsiteY0" fmla="*/ 56544 h 55577"/>
                  <a:gd name="connsiteX1" fmla="*/ 10632 w 33829"/>
                  <a:gd name="connsiteY1" fmla="*/ 56544 h 55577"/>
                  <a:gd name="connsiteX2" fmla="*/ 10632 w 33829"/>
                  <a:gd name="connsiteY2" fmla="*/ 29964 h 55577"/>
                  <a:gd name="connsiteX3" fmla="*/ 10874 w 33829"/>
                  <a:gd name="connsiteY3" fmla="*/ 24406 h 55577"/>
                  <a:gd name="connsiteX4" fmla="*/ 11599 w 33829"/>
                  <a:gd name="connsiteY4" fmla="*/ 19090 h 55577"/>
                  <a:gd name="connsiteX5" fmla="*/ 15707 w 33829"/>
                  <a:gd name="connsiteY5" fmla="*/ 10391 h 55577"/>
                  <a:gd name="connsiteX6" fmla="*/ 21748 w 33829"/>
                  <a:gd name="connsiteY6" fmla="*/ 7008 h 55577"/>
                  <a:gd name="connsiteX7" fmla="*/ 27789 w 33829"/>
                  <a:gd name="connsiteY7" fmla="*/ 13049 h 55577"/>
                  <a:gd name="connsiteX8" fmla="*/ 36005 w 33829"/>
                  <a:gd name="connsiteY8" fmla="*/ 10149 h 55577"/>
                  <a:gd name="connsiteX9" fmla="*/ 34796 w 33829"/>
                  <a:gd name="connsiteY9" fmla="*/ 5316 h 55577"/>
                  <a:gd name="connsiteX10" fmla="*/ 32380 w 33829"/>
                  <a:gd name="connsiteY10" fmla="*/ 2175 h 55577"/>
                  <a:gd name="connsiteX11" fmla="*/ 28997 w 33829"/>
                  <a:gd name="connsiteY11" fmla="*/ 483 h 55577"/>
                  <a:gd name="connsiteX12" fmla="*/ 25614 w 33829"/>
                  <a:gd name="connsiteY12" fmla="*/ 0 h 55577"/>
                  <a:gd name="connsiteX13" fmla="*/ 16915 w 33829"/>
                  <a:gd name="connsiteY13" fmla="*/ 2658 h 55577"/>
                  <a:gd name="connsiteX14" fmla="*/ 10632 w 33829"/>
                  <a:gd name="connsiteY14" fmla="*/ 10149 h 55577"/>
                  <a:gd name="connsiteX15" fmla="*/ 9424 w 33829"/>
                  <a:gd name="connsiteY15" fmla="*/ 483 h 55577"/>
                  <a:gd name="connsiteX16" fmla="*/ 0 w 33829"/>
                  <a:gd name="connsiteY16" fmla="*/ 1450 h 55577"/>
                  <a:gd name="connsiteX17" fmla="*/ 242 w 33829"/>
                  <a:gd name="connsiteY17" fmla="*/ 3625 h 55577"/>
                  <a:gd name="connsiteX18" fmla="*/ 725 w 33829"/>
                  <a:gd name="connsiteY18" fmla="*/ 7249 h 55577"/>
                  <a:gd name="connsiteX19" fmla="*/ 967 w 33829"/>
                  <a:gd name="connsiteY19" fmla="*/ 11357 h 55577"/>
                  <a:gd name="connsiteX20" fmla="*/ 1208 w 33829"/>
                  <a:gd name="connsiteY20" fmla="*/ 15465 h 55577"/>
                  <a:gd name="connsiteX21" fmla="*/ 1208 w 33829"/>
                  <a:gd name="connsiteY21" fmla="*/ 56544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51" name="Freihandform: Form 50">
              <a:extLst>
                <a:ext uri="{FF2B5EF4-FFF2-40B4-BE49-F238E27FC236}">
                  <a16:creationId xmlns:a16="http://schemas.microsoft.com/office/drawing/2014/main" id="{1A6F300E-3CC4-4B75-80D8-A919F613F4A3}"/>
                </a:ext>
              </a:extLst>
            </p:cNvPr>
            <p:cNvSpPr/>
            <p:nvPr/>
          </p:nvSpPr>
          <p:spPr>
            <a:xfrm>
              <a:off x="10612128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52" name="Grafik 9">
              <a:extLst>
                <a:ext uri="{FF2B5EF4-FFF2-40B4-BE49-F238E27FC236}">
                  <a16:creationId xmlns:a16="http://schemas.microsoft.com/office/drawing/2014/main" id="{04AC514E-52CF-4856-ADD0-332C339C4D48}"/>
                </a:ext>
              </a:extLst>
            </p:cNvPr>
            <p:cNvGrpSpPr/>
            <p:nvPr/>
          </p:nvGrpSpPr>
          <p:grpSpPr>
            <a:xfrm>
              <a:off x="10639675" y="1081336"/>
              <a:ext cx="106322" cy="86991"/>
              <a:chOff x="10639675" y="1081336"/>
              <a:chExt cx="106322" cy="86991"/>
            </a:xfrm>
            <a:solidFill>
              <a:srgbClr val="000000"/>
            </a:solidFill>
          </p:grpSpPr>
          <p:sp>
            <p:nvSpPr>
              <p:cNvPr id="65" name="Freihandform: Form 64">
                <a:extLst>
                  <a:ext uri="{FF2B5EF4-FFF2-40B4-BE49-F238E27FC236}">
                    <a16:creationId xmlns:a16="http://schemas.microsoft.com/office/drawing/2014/main" id="{546461AE-92FF-428D-A949-FB0BA0C40486}"/>
                  </a:ext>
                </a:extLst>
              </p:cNvPr>
              <p:cNvSpPr/>
              <p:nvPr/>
            </p:nvSpPr>
            <p:spPr>
              <a:xfrm>
                <a:off x="10639675" y="1110575"/>
                <a:ext cx="45912" cy="57994"/>
              </a:xfrm>
              <a:custGeom>
                <a:avLst/>
                <a:gdLst>
                  <a:gd name="connsiteX0" fmla="*/ 41804 w 45911"/>
                  <a:gd name="connsiteY0" fmla="*/ 44462 h 57994"/>
                  <a:gd name="connsiteX1" fmla="*/ 33830 w 45911"/>
                  <a:gd name="connsiteY1" fmla="*/ 50261 h 57994"/>
                  <a:gd name="connsiteX2" fmla="*/ 26581 w 45911"/>
                  <a:gd name="connsiteY2" fmla="*/ 51711 h 57994"/>
                  <a:gd name="connsiteX3" fmla="*/ 18848 w 45911"/>
                  <a:gd name="connsiteY3" fmla="*/ 50020 h 57994"/>
                  <a:gd name="connsiteX4" fmla="*/ 13774 w 45911"/>
                  <a:gd name="connsiteY4" fmla="*/ 45187 h 57994"/>
                  <a:gd name="connsiteX5" fmla="*/ 11116 w 45911"/>
                  <a:gd name="connsiteY5" fmla="*/ 38179 h 57994"/>
                  <a:gd name="connsiteX6" fmla="*/ 10391 w 45911"/>
                  <a:gd name="connsiteY6" fmla="*/ 30205 h 57994"/>
                  <a:gd name="connsiteX7" fmla="*/ 11357 w 45911"/>
                  <a:gd name="connsiteY7" fmla="*/ 21748 h 57994"/>
                  <a:gd name="connsiteX8" fmla="*/ 14257 w 45911"/>
                  <a:gd name="connsiteY8" fmla="*/ 14015 h 57994"/>
                  <a:gd name="connsiteX9" fmla="*/ 19331 w 45911"/>
                  <a:gd name="connsiteY9" fmla="*/ 8457 h 57994"/>
                  <a:gd name="connsiteX10" fmla="*/ 26822 w 45911"/>
                  <a:gd name="connsiteY10" fmla="*/ 6283 h 57994"/>
                  <a:gd name="connsiteX11" fmla="*/ 34555 w 45911"/>
                  <a:gd name="connsiteY11" fmla="*/ 7733 h 57994"/>
                  <a:gd name="connsiteX12" fmla="*/ 39629 w 45911"/>
                  <a:gd name="connsiteY12" fmla="*/ 11599 h 57994"/>
                  <a:gd name="connsiteX13" fmla="*/ 44462 w 45911"/>
                  <a:gd name="connsiteY13" fmla="*/ 4350 h 57994"/>
                  <a:gd name="connsiteX14" fmla="*/ 36488 w 45911"/>
                  <a:gd name="connsiteY14" fmla="*/ 967 h 57994"/>
                  <a:gd name="connsiteX15" fmla="*/ 28030 w 45911"/>
                  <a:gd name="connsiteY15" fmla="*/ 0 h 57994"/>
                  <a:gd name="connsiteX16" fmla="*/ 16432 w 45911"/>
                  <a:gd name="connsiteY16" fmla="*/ 2175 h 57994"/>
                  <a:gd name="connsiteX17" fmla="*/ 7491 w 45911"/>
                  <a:gd name="connsiteY17" fmla="*/ 8216 h 57994"/>
                  <a:gd name="connsiteX18" fmla="*/ 1933 w 45911"/>
                  <a:gd name="connsiteY18" fmla="*/ 17640 h 57994"/>
                  <a:gd name="connsiteX19" fmla="*/ 0 w 45911"/>
                  <a:gd name="connsiteY19" fmla="*/ 29722 h 57994"/>
                  <a:gd name="connsiteX20" fmla="*/ 7008 w 45911"/>
                  <a:gd name="connsiteY20" fmla="*/ 50986 h 57994"/>
                  <a:gd name="connsiteX21" fmla="*/ 26581 w 45911"/>
                  <a:gd name="connsiteY21" fmla="*/ 58236 h 57994"/>
                  <a:gd name="connsiteX22" fmla="*/ 31172 w 45911"/>
                  <a:gd name="connsiteY22" fmla="*/ 57752 h 57994"/>
                  <a:gd name="connsiteX23" fmla="*/ 36246 w 45911"/>
                  <a:gd name="connsiteY23" fmla="*/ 56303 h 57994"/>
                  <a:gd name="connsiteX24" fmla="*/ 41321 w 45911"/>
                  <a:gd name="connsiteY24" fmla="*/ 53403 h 57994"/>
                  <a:gd name="connsiteX25" fmla="*/ 46154 w 45911"/>
                  <a:gd name="connsiteY25" fmla="*/ 48328 h 57994"/>
                  <a:gd name="connsiteX26" fmla="*/ 41804 w 45911"/>
                  <a:gd name="connsiteY26" fmla="*/ 44462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6" name="Freihandform: Form 65">
                <a:extLst>
                  <a:ext uri="{FF2B5EF4-FFF2-40B4-BE49-F238E27FC236}">
                    <a16:creationId xmlns:a16="http://schemas.microsoft.com/office/drawing/2014/main" id="{E965C189-A801-452A-859F-28368D6503EA}"/>
                  </a:ext>
                </a:extLst>
              </p:cNvPr>
              <p:cNvSpPr/>
              <p:nvPr/>
            </p:nvSpPr>
            <p:spPr>
              <a:xfrm>
                <a:off x="10699360" y="1081336"/>
                <a:ext cx="45912" cy="84575"/>
              </a:xfrm>
              <a:custGeom>
                <a:avLst/>
                <a:gdLst>
                  <a:gd name="connsiteX0" fmla="*/ 9907 w 45911"/>
                  <a:gd name="connsiteY0" fmla="*/ 0 h 84574"/>
                  <a:gd name="connsiteX1" fmla="*/ 0 w 45911"/>
                  <a:gd name="connsiteY1" fmla="*/ 0 h 84574"/>
                  <a:gd name="connsiteX2" fmla="*/ 0 w 45911"/>
                  <a:gd name="connsiteY2" fmla="*/ 86266 h 84574"/>
                  <a:gd name="connsiteX3" fmla="*/ 9907 w 45911"/>
                  <a:gd name="connsiteY3" fmla="*/ 86266 h 84574"/>
                  <a:gd name="connsiteX4" fmla="*/ 9907 w 45911"/>
                  <a:gd name="connsiteY4" fmla="*/ 55094 h 84574"/>
                  <a:gd name="connsiteX5" fmla="*/ 11116 w 45911"/>
                  <a:gd name="connsiteY5" fmla="*/ 47845 h 84574"/>
                  <a:gd name="connsiteX6" fmla="*/ 14499 w 45911"/>
                  <a:gd name="connsiteY6" fmla="*/ 42046 h 84574"/>
                  <a:gd name="connsiteX7" fmla="*/ 19331 w 45911"/>
                  <a:gd name="connsiteY7" fmla="*/ 38179 h 84574"/>
                  <a:gd name="connsiteX8" fmla="*/ 25614 w 45911"/>
                  <a:gd name="connsiteY8" fmla="*/ 36730 h 84574"/>
                  <a:gd name="connsiteX9" fmla="*/ 31655 w 45911"/>
                  <a:gd name="connsiteY9" fmla="*/ 37696 h 84574"/>
                  <a:gd name="connsiteX10" fmla="*/ 35280 w 45911"/>
                  <a:gd name="connsiteY10" fmla="*/ 40596 h 84574"/>
                  <a:gd name="connsiteX11" fmla="*/ 36971 w 45911"/>
                  <a:gd name="connsiteY11" fmla="*/ 45187 h 84574"/>
                  <a:gd name="connsiteX12" fmla="*/ 37454 w 45911"/>
                  <a:gd name="connsiteY12" fmla="*/ 51470 h 84574"/>
                  <a:gd name="connsiteX13" fmla="*/ 37454 w 45911"/>
                  <a:gd name="connsiteY13" fmla="*/ 86024 h 84574"/>
                  <a:gd name="connsiteX14" fmla="*/ 47362 w 45911"/>
                  <a:gd name="connsiteY14" fmla="*/ 86024 h 84574"/>
                  <a:gd name="connsiteX15" fmla="*/ 47362 w 45911"/>
                  <a:gd name="connsiteY15" fmla="*/ 51470 h 84574"/>
                  <a:gd name="connsiteX16" fmla="*/ 46879 w 45911"/>
                  <a:gd name="connsiteY16" fmla="*/ 43012 h 84574"/>
                  <a:gd name="connsiteX17" fmla="*/ 44704 w 45911"/>
                  <a:gd name="connsiteY17" fmla="*/ 36005 h 84574"/>
                  <a:gd name="connsiteX18" fmla="*/ 38904 w 45911"/>
                  <a:gd name="connsiteY18" fmla="*/ 31172 h 84574"/>
                  <a:gd name="connsiteX19" fmla="*/ 28272 w 45911"/>
                  <a:gd name="connsiteY19" fmla="*/ 29239 h 84574"/>
                  <a:gd name="connsiteX20" fmla="*/ 20781 w 45911"/>
                  <a:gd name="connsiteY20" fmla="*/ 30447 h 84574"/>
                  <a:gd name="connsiteX21" fmla="*/ 15465 w 45911"/>
                  <a:gd name="connsiteY21" fmla="*/ 33347 h 84574"/>
                  <a:gd name="connsiteX22" fmla="*/ 12082 w 45911"/>
                  <a:gd name="connsiteY22" fmla="*/ 36730 h 84574"/>
                  <a:gd name="connsiteX23" fmla="*/ 10149 w 45911"/>
                  <a:gd name="connsiteY23" fmla="*/ 39388 h 84574"/>
                  <a:gd name="connsiteX24" fmla="*/ 10149 w 45911"/>
                  <a:gd name="connsiteY24" fmla="*/ 0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53" name="Freihandform: Form 52">
              <a:extLst>
                <a:ext uri="{FF2B5EF4-FFF2-40B4-BE49-F238E27FC236}">
                  <a16:creationId xmlns:a16="http://schemas.microsoft.com/office/drawing/2014/main" id="{6B42D9CC-533D-471D-AE03-C7814754949F}"/>
                </a:ext>
              </a:extLst>
            </p:cNvPr>
            <p:cNvSpPr/>
            <p:nvPr/>
          </p:nvSpPr>
          <p:spPr>
            <a:xfrm>
              <a:off x="10808824" y="1089069"/>
              <a:ext cx="57994" cy="77325"/>
            </a:xfrm>
            <a:custGeom>
              <a:avLst/>
              <a:gdLst>
                <a:gd name="connsiteX0" fmla="*/ 10149 w 57994"/>
                <a:gd name="connsiteY0" fmla="*/ 78292 h 77325"/>
                <a:gd name="connsiteX1" fmla="*/ 10149 w 57994"/>
                <a:gd name="connsiteY1" fmla="*/ 40837 h 77325"/>
                <a:gd name="connsiteX2" fmla="*/ 48812 w 57994"/>
                <a:gd name="connsiteY2" fmla="*/ 40837 h 77325"/>
                <a:gd name="connsiteX3" fmla="*/ 48812 w 57994"/>
                <a:gd name="connsiteY3" fmla="*/ 78292 h 77325"/>
                <a:gd name="connsiteX4" fmla="*/ 58961 w 57994"/>
                <a:gd name="connsiteY4" fmla="*/ 78292 h 77325"/>
                <a:gd name="connsiteX5" fmla="*/ 58961 w 57994"/>
                <a:gd name="connsiteY5" fmla="*/ 0 h 77325"/>
                <a:gd name="connsiteX6" fmla="*/ 48812 w 57994"/>
                <a:gd name="connsiteY6" fmla="*/ 0 h 77325"/>
                <a:gd name="connsiteX7" fmla="*/ 48812 w 57994"/>
                <a:gd name="connsiteY7" fmla="*/ 34071 h 77325"/>
                <a:gd name="connsiteX8" fmla="*/ 10149 w 57994"/>
                <a:gd name="connsiteY8" fmla="*/ 34071 h 77325"/>
                <a:gd name="connsiteX9" fmla="*/ 10149 w 57994"/>
                <a:gd name="connsiteY9" fmla="*/ 0 h 77325"/>
                <a:gd name="connsiteX10" fmla="*/ 0 w 57994"/>
                <a:gd name="connsiteY10" fmla="*/ 0 h 77325"/>
                <a:gd name="connsiteX11" fmla="*/ 0 w 57994"/>
                <a:gd name="connsiteY11" fmla="*/ 78292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58" name="Freihandform: Form 57">
              <a:extLst>
                <a:ext uri="{FF2B5EF4-FFF2-40B4-BE49-F238E27FC236}">
                  <a16:creationId xmlns:a16="http://schemas.microsoft.com/office/drawing/2014/main" id="{1CA820B0-ACB2-443B-BBD2-E5DA3D05A486}"/>
                </a:ext>
              </a:extLst>
            </p:cNvPr>
            <p:cNvSpPr/>
            <p:nvPr/>
          </p:nvSpPr>
          <p:spPr>
            <a:xfrm>
              <a:off x="10886391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5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59" name="Freihandform: Form 58">
              <a:extLst>
                <a:ext uri="{FF2B5EF4-FFF2-40B4-BE49-F238E27FC236}">
                  <a16:creationId xmlns:a16="http://schemas.microsoft.com/office/drawing/2014/main" id="{958C57C2-4634-4F2D-AAFF-837FFB064E0F}"/>
                </a:ext>
              </a:extLst>
            </p:cNvPr>
            <p:cNvSpPr/>
            <p:nvPr/>
          </p:nvSpPr>
          <p:spPr>
            <a:xfrm>
              <a:off x="109511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60" name="Grafik 9">
              <a:extLst>
                <a:ext uri="{FF2B5EF4-FFF2-40B4-BE49-F238E27FC236}">
                  <a16:creationId xmlns:a16="http://schemas.microsoft.com/office/drawing/2014/main" id="{FD7A4790-53F8-44AD-B4D7-867D12B3CFB1}"/>
                </a:ext>
              </a:extLst>
            </p:cNvPr>
            <p:cNvGrpSpPr/>
            <p:nvPr/>
          </p:nvGrpSpPr>
          <p:grpSpPr>
            <a:xfrm>
              <a:off x="10321916" y="1110575"/>
              <a:ext cx="1399106" cy="241642"/>
              <a:chOff x="10321916" y="1110575"/>
              <a:chExt cx="1399106" cy="241642"/>
            </a:xfrm>
            <a:solidFill>
              <a:schemeClr val="accent1"/>
            </a:solidFill>
          </p:grpSpPr>
          <p:sp>
            <p:nvSpPr>
              <p:cNvPr id="61" name="Freihandform: Form 60">
                <a:extLst>
                  <a:ext uri="{FF2B5EF4-FFF2-40B4-BE49-F238E27FC236}">
                    <a16:creationId xmlns:a16="http://schemas.microsoft.com/office/drawing/2014/main" id="{360B4408-9AA2-45E3-BA56-27796B0DA924}"/>
                  </a:ext>
                </a:extLst>
              </p:cNvPr>
              <p:cNvSpPr/>
              <p:nvPr/>
            </p:nvSpPr>
            <p:spPr>
              <a:xfrm>
                <a:off x="109818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2" name="Freihandform: Form 61">
                <a:extLst>
                  <a:ext uri="{FF2B5EF4-FFF2-40B4-BE49-F238E27FC236}">
                    <a16:creationId xmlns:a16="http://schemas.microsoft.com/office/drawing/2014/main" id="{A4F7D52C-F51B-4EFD-812F-B2EE83A760E2}"/>
                  </a:ext>
                </a:extLst>
              </p:cNvPr>
              <p:cNvSpPr/>
              <p:nvPr/>
            </p:nvSpPr>
            <p:spPr>
              <a:xfrm>
                <a:off x="11046358" y="1110575"/>
                <a:ext cx="48328" cy="57994"/>
              </a:xfrm>
              <a:custGeom>
                <a:avLst/>
                <a:gdLst>
                  <a:gd name="connsiteX0" fmla="*/ 9907 w 48328"/>
                  <a:gd name="connsiteY0" fmla="*/ 24647 h 57994"/>
                  <a:gd name="connsiteX1" fmla="*/ 11599 w 48328"/>
                  <a:gd name="connsiteY1" fmla="*/ 17640 h 57994"/>
                  <a:gd name="connsiteX2" fmla="*/ 14740 w 48328"/>
                  <a:gd name="connsiteY2" fmla="*/ 11840 h 57994"/>
                  <a:gd name="connsiteX3" fmla="*/ 19331 w 48328"/>
                  <a:gd name="connsiteY3" fmla="*/ 7733 h 57994"/>
                  <a:gd name="connsiteX4" fmla="*/ 25372 w 48328"/>
                  <a:gd name="connsiteY4" fmla="*/ 6283 h 57994"/>
                  <a:gd name="connsiteX5" fmla="*/ 33830 w 48328"/>
                  <a:gd name="connsiteY5" fmla="*/ 10874 h 57994"/>
                  <a:gd name="connsiteX6" fmla="*/ 36971 w 48328"/>
                  <a:gd name="connsiteY6" fmla="*/ 22956 h 57994"/>
                  <a:gd name="connsiteX7" fmla="*/ 36971 w 48328"/>
                  <a:gd name="connsiteY7" fmla="*/ 24889 h 57994"/>
                  <a:gd name="connsiteX8" fmla="*/ 9907 w 48328"/>
                  <a:gd name="connsiteY8" fmla="*/ 24889 h 57994"/>
                  <a:gd name="connsiteX9" fmla="*/ 9666 w 48328"/>
                  <a:gd name="connsiteY9" fmla="*/ 30930 h 57994"/>
                  <a:gd name="connsiteX10" fmla="*/ 47120 w 48328"/>
                  <a:gd name="connsiteY10" fmla="*/ 30930 h 57994"/>
                  <a:gd name="connsiteX11" fmla="*/ 47120 w 48328"/>
                  <a:gd name="connsiteY11" fmla="*/ 25372 h 57994"/>
                  <a:gd name="connsiteX12" fmla="*/ 46154 w 48328"/>
                  <a:gd name="connsiteY12" fmla="*/ 16190 h 57994"/>
                  <a:gd name="connsiteX13" fmla="*/ 42529 w 48328"/>
                  <a:gd name="connsiteY13" fmla="*/ 7974 h 57994"/>
                  <a:gd name="connsiteX14" fmla="*/ 35763 w 48328"/>
                  <a:gd name="connsiteY14" fmla="*/ 2175 h 57994"/>
                  <a:gd name="connsiteX15" fmla="*/ 25131 w 48328"/>
                  <a:gd name="connsiteY15" fmla="*/ 0 h 57994"/>
                  <a:gd name="connsiteX16" fmla="*/ 15223 w 48328"/>
                  <a:gd name="connsiteY16" fmla="*/ 2175 h 57994"/>
                  <a:gd name="connsiteX17" fmla="*/ 7249 w 48328"/>
                  <a:gd name="connsiteY17" fmla="*/ 8216 h 57994"/>
                  <a:gd name="connsiteX18" fmla="*/ 1933 w 48328"/>
                  <a:gd name="connsiteY18" fmla="*/ 17398 h 57994"/>
                  <a:gd name="connsiteX19" fmla="*/ 0 w 48328"/>
                  <a:gd name="connsiteY19" fmla="*/ 29239 h 57994"/>
                  <a:gd name="connsiteX20" fmla="*/ 6766 w 48328"/>
                  <a:gd name="connsiteY20" fmla="*/ 50986 h 57994"/>
                  <a:gd name="connsiteX21" fmla="*/ 26581 w 48328"/>
                  <a:gd name="connsiteY21" fmla="*/ 58477 h 57994"/>
                  <a:gd name="connsiteX22" fmla="*/ 38663 w 48328"/>
                  <a:gd name="connsiteY22" fmla="*/ 55819 h 57994"/>
                  <a:gd name="connsiteX23" fmla="*/ 48328 w 48328"/>
                  <a:gd name="connsiteY23" fmla="*/ 47845 h 57994"/>
                  <a:gd name="connsiteX24" fmla="*/ 44462 w 48328"/>
                  <a:gd name="connsiteY24" fmla="*/ 43737 h 57994"/>
                  <a:gd name="connsiteX25" fmla="*/ 35038 w 48328"/>
                  <a:gd name="connsiteY25" fmla="*/ 50261 h 57994"/>
                  <a:gd name="connsiteX26" fmla="*/ 27306 w 48328"/>
                  <a:gd name="connsiteY26" fmla="*/ 51711 h 57994"/>
                  <a:gd name="connsiteX27" fmla="*/ 14740 w 48328"/>
                  <a:gd name="connsiteY27" fmla="*/ 46395 h 57994"/>
                  <a:gd name="connsiteX28" fmla="*/ 9666 w 48328"/>
                  <a:gd name="connsiteY28" fmla="*/ 30930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3" name="Freihandform: Form 62">
                <a:extLst>
                  <a:ext uri="{FF2B5EF4-FFF2-40B4-BE49-F238E27FC236}">
                    <a16:creationId xmlns:a16="http://schemas.microsoft.com/office/drawing/2014/main" id="{4EC28B88-2DCA-403B-A59C-F6B806C02DBB}"/>
                  </a:ext>
                </a:extLst>
              </p:cNvPr>
              <p:cNvSpPr/>
              <p:nvPr/>
            </p:nvSpPr>
            <p:spPr>
              <a:xfrm>
                <a:off x="10321916" y="1217139"/>
                <a:ext cx="1179212" cy="84575"/>
              </a:xfrm>
              <a:custGeom>
                <a:avLst/>
                <a:gdLst>
                  <a:gd name="connsiteX0" fmla="*/ 1181145 w 1179211"/>
                  <a:gd name="connsiteY0" fmla="*/ 2658 h 84574"/>
                  <a:gd name="connsiteX1" fmla="*/ 1176071 w 1179211"/>
                  <a:gd name="connsiteY1" fmla="*/ 725 h 84574"/>
                  <a:gd name="connsiteX2" fmla="*/ 1168580 w 1179211"/>
                  <a:gd name="connsiteY2" fmla="*/ 0 h 84574"/>
                  <a:gd name="connsiteX3" fmla="*/ 1158672 w 1179211"/>
                  <a:gd name="connsiteY3" fmla="*/ 1933 h 84574"/>
                  <a:gd name="connsiteX4" fmla="*/ 1151182 w 1179211"/>
                  <a:gd name="connsiteY4" fmla="*/ 8941 h 84574"/>
                  <a:gd name="connsiteX5" fmla="*/ 1148282 w 1179211"/>
                  <a:gd name="connsiteY5" fmla="*/ 16915 h 84574"/>
                  <a:gd name="connsiteX6" fmla="*/ 1147799 w 1179211"/>
                  <a:gd name="connsiteY6" fmla="*/ 25131 h 84574"/>
                  <a:gd name="connsiteX7" fmla="*/ 1147799 w 1179211"/>
                  <a:gd name="connsiteY7" fmla="*/ 29239 h 84574"/>
                  <a:gd name="connsiteX8" fmla="*/ 1137891 w 1179211"/>
                  <a:gd name="connsiteY8" fmla="*/ 29239 h 84574"/>
                  <a:gd name="connsiteX9" fmla="*/ 1137891 w 1179211"/>
                  <a:gd name="connsiteY9" fmla="*/ 35521 h 84574"/>
                  <a:gd name="connsiteX10" fmla="*/ 1147799 w 1179211"/>
                  <a:gd name="connsiteY10" fmla="*/ 35521 h 84574"/>
                  <a:gd name="connsiteX11" fmla="*/ 1147799 w 1179211"/>
                  <a:gd name="connsiteY11" fmla="*/ 84333 h 84574"/>
                  <a:gd name="connsiteX12" fmla="*/ 1157223 w 1179211"/>
                  <a:gd name="connsiteY12" fmla="*/ 84333 h 84574"/>
                  <a:gd name="connsiteX13" fmla="*/ 1157223 w 1179211"/>
                  <a:gd name="connsiteY13" fmla="*/ 35280 h 84574"/>
                  <a:gd name="connsiteX14" fmla="*/ 1172446 w 1179211"/>
                  <a:gd name="connsiteY14" fmla="*/ 35280 h 84574"/>
                  <a:gd name="connsiteX15" fmla="*/ 1172446 w 1179211"/>
                  <a:gd name="connsiteY15" fmla="*/ 28997 h 84574"/>
                  <a:gd name="connsiteX16" fmla="*/ 1157223 w 1179211"/>
                  <a:gd name="connsiteY16" fmla="*/ 28997 h 84574"/>
                  <a:gd name="connsiteX17" fmla="*/ 1157223 w 1179211"/>
                  <a:gd name="connsiteY17" fmla="*/ 25372 h 84574"/>
                  <a:gd name="connsiteX18" fmla="*/ 1157464 w 1179211"/>
                  <a:gd name="connsiteY18" fmla="*/ 18606 h 84574"/>
                  <a:gd name="connsiteX19" fmla="*/ 1158672 w 1179211"/>
                  <a:gd name="connsiteY19" fmla="*/ 12324 h 84574"/>
                  <a:gd name="connsiteX20" fmla="*/ 1161572 w 1179211"/>
                  <a:gd name="connsiteY20" fmla="*/ 7733 h 84574"/>
                  <a:gd name="connsiteX21" fmla="*/ 1167130 w 1179211"/>
                  <a:gd name="connsiteY21" fmla="*/ 5799 h 84574"/>
                  <a:gd name="connsiteX22" fmla="*/ 1173413 w 1179211"/>
                  <a:gd name="connsiteY22" fmla="*/ 7008 h 84574"/>
                  <a:gd name="connsiteX23" fmla="*/ 1177762 w 1179211"/>
                  <a:gd name="connsiteY23" fmla="*/ 9666 h 84574"/>
                  <a:gd name="connsiteX24" fmla="*/ 1181145 w 1179211"/>
                  <a:gd name="connsiteY24" fmla="*/ 2658 h 84574"/>
                  <a:gd name="connsiteX25" fmla="*/ 1092946 w 1179211"/>
                  <a:gd name="connsiteY25" fmla="*/ 84091 h 84574"/>
                  <a:gd name="connsiteX26" fmla="*/ 1102370 w 1179211"/>
                  <a:gd name="connsiteY26" fmla="*/ 84091 h 84574"/>
                  <a:gd name="connsiteX27" fmla="*/ 1102370 w 1179211"/>
                  <a:gd name="connsiteY27" fmla="*/ 57511 h 84574"/>
                  <a:gd name="connsiteX28" fmla="*/ 1102612 w 1179211"/>
                  <a:gd name="connsiteY28" fmla="*/ 51953 h 84574"/>
                  <a:gd name="connsiteX29" fmla="*/ 1103337 w 1179211"/>
                  <a:gd name="connsiteY29" fmla="*/ 46637 h 84574"/>
                  <a:gd name="connsiteX30" fmla="*/ 1107444 w 1179211"/>
                  <a:gd name="connsiteY30" fmla="*/ 37938 h 84574"/>
                  <a:gd name="connsiteX31" fmla="*/ 1113485 w 1179211"/>
                  <a:gd name="connsiteY31" fmla="*/ 34555 h 84574"/>
                  <a:gd name="connsiteX32" fmla="*/ 1119526 w 1179211"/>
                  <a:gd name="connsiteY32" fmla="*/ 40596 h 84574"/>
                  <a:gd name="connsiteX33" fmla="*/ 1127742 w 1179211"/>
                  <a:gd name="connsiteY33" fmla="*/ 37696 h 84574"/>
                  <a:gd name="connsiteX34" fmla="*/ 1126534 w 1179211"/>
                  <a:gd name="connsiteY34" fmla="*/ 32863 h 84574"/>
                  <a:gd name="connsiteX35" fmla="*/ 1124118 w 1179211"/>
                  <a:gd name="connsiteY35" fmla="*/ 29722 h 84574"/>
                  <a:gd name="connsiteX36" fmla="*/ 1120735 w 1179211"/>
                  <a:gd name="connsiteY36" fmla="*/ 28030 h 84574"/>
                  <a:gd name="connsiteX37" fmla="*/ 1117352 w 1179211"/>
                  <a:gd name="connsiteY37" fmla="*/ 27547 h 84574"/>
                  <a:gd name="connsiteX38" fmla="*/ 1108653 w 1179211"/>
                  <a:gd name="connsiteY38" fmla="*/ 30205 h 84574"/>
                  <a:gd name="connsiteX39" fmla="*/ 1102370 w 1179211"/>
                  <a:gd name="connsiteY39" fmla="*/ 37696 h 84574"/>
                  <a:gd name="connsiteX40" fmla="*/ 1101162 w 1179211"/>
                  <a:gd name="connsiteY40" fmla="*/ 28272 h 84574"/>
                  <a:gd name="connsiteX41" fmla="*/ 1091738 w 1179211"/>
                  <a:gd name="connsiteY41" fmla="*/ 29239 h 84574"/>
                  <a:gd name="connsiteX42" fmla="*/ 1091979 w 1179211"/>
                  <a:gd name="connsiteY42" fmla="*/ 31413 h 84574"/>
                  <a:gd name="connsiteX43" fmla="*/ 1092463 w 1179211"/>
                  <a:gd name="connsiteY43" fmla="*/ 35038 h 84574"/>
                  <a:gd name="connsiteX44" fmla="*/ 1092704 w 1179211"/>
                  <a:gd name="connsiteY44" fmla="*/ 39146 h 84574"/>
                  <a:gd name="connsiteX45" fmla="*/ 1092946 w 1179211"/>
                  <a:gd name="connsiteY45" fmla="*/ 43254 h 84574"/>
                  <a:gd name="connsiteX46" fmla="*/ 1092946 w 1179211"/>
                  <a:gd name="connsiteY46" fmla="*/ 84091 h 84574"/>
                  <a:gd name="connsiteX47" fmla="*/ 1062016 w 1179211"/>
                  <a:gd name="connsiteY47" fmla="*/ 72251 h 84574"/>
                  <a:gd name="connsiteX48" fmla="*/ 1049934 w 1179211"/>
                  <a:gd name="connsiteY48" fmla="*/ 78292 h 84574"/>
                  <a:gd name="connsiteX49" fmla="*/ 1037852 w 1179211"/>
                  <a:gd name="connsiteY49" fmla="*/ 72251 h 84574"/>
                  <a:gd name="connsiteX50" fmla="*/ 1033502 w 1179211"/>
                  <a:gd name="connsiteY50" fmla="*/ 55819 h 84574"/>
                  <a:gd name="connsiteX51" fmla="*/ 1037852 w 1179211"/>
                  <a:gd name="connsiteY51" fmla="*/ 39629 h 84574"/>
                  <a:gd name="connsiteX52" fmla="*/ 1050175 w 1179211"/>
                  <a:gd name="connsiteY52" fmla="*/ 33588 h 84574"/>
                  <a:gd name="connsiteX53" fmla="*/ 1062499 w 1179211"/>
                  <a:gd name="connsiteY53" fmla="*/ 39629 h 84574"/>
                  <a:gd name="connsiteX54" fmla="*/ 1066849 w 1179211"/>
                  <a:gd name="connsiteY54" fmla="*/ 55819 h 84574"/>
                  <a:gd name="connsiteX55" fmla="*/ 1062016 w 1179211"/>
                  <a:gd name="connsiteY55" fmla="*/ 72251 h 84574"/>
                  <a:gd name="connsiteX56" fmla="*/ 1075306 w 1179211"/>
                  <a:gd name="connsiteY56" fmla="*/ 44462 h 84574"/>
                  <a:gd name="connsiteX57" fmla="*/ 1070232 w 1179211"/>
                  <a:gd name="connsiteY57" fmla="*/ 35280 h 84574"/>
                  <a:gd name="connsiteX58" fmla="*/ 1061774 w 1179211"/>
                  <a:gd name="connsiteY58" fmla="*/ 29480 h 84574"/>
                  <a:gd name="connsiteX59" fmla="*/ 1050175 w 1179211"/>
                  <a:gd name="connsiteY59" fmla="*/ 27306 h 84574"/>
                  <a:gd name="connsiteX60" fmla="*/ 1038576 w 1179211"/>
                  <a:gd name="connsiteY60" fmla="*/ 29480 h 84574"/>
                  <a:gd name="connsiteX61" fmla="*/ 1030119 w 1179211"/>
                  <a:gd name="connsiteY61" fmla="*/ 35280 h 84574"/>
                  <a:gd name="connsiteX62" fmla="*/ 1024803 w 1179211"/>
                  <a:gd name="connsiteY62" fmla="*/ 44462 h 84574"/>
                  <a:gd name="connsiteX63" fmla="*/ 1023111 w 1179211"/>
                  <a:gd name="connsiteY63" fmla="*/ 56303 h 84574"/>
                  <a:gd name="connsiteX64" fmla="*/ 1025286 w 1179211"/>
                  <a:gd name="connsiteY64" fmla="*/ 68626 h 84574"/>
                  <a:gd name="connsiteX65" fmla="*/ 1031086 w 1179211"/>
                  <a:gd name="connsiteY65" fmla="*/ 77809 h 84574"/>
                  <a:gd name="connsiteX66" fmla="*/ 1039785 w 1179211"/>
                  <a:gd name="connsiteY66" fmla="*/ 83608 h 84574"/>
                  <a:gd name="connsiteX67" fmla="*/ 1050417 w 1179211"/>
                  <a:gd name="connsiteY67" fmla="*/ 85783 h 84574"/>
                  <a:gd name="connsiteX68" fmla="*/ 1061049 w 1179211"/>
                  <a:gd name="connsiteY68" fmla="*/ 83608 h 84574"/>
                  <a:gd name="connsiteX69" fmla="*/ 1069748 w 1179211"/>
                  <a:gd name="connsiteY69" fmla="*/ 77809 h 84574"/>
                  <a:gd name="connsiteX70" fmla="*/ 1075548 w 1179211"/>
                  <a:gd name="connsiteY70" fmla="*/ 68626 h 84574"/>
                  <a:gd name="connsiteX71" fmla="*/ 1077722 w 1179211"/>
                  <a:gd name="connsiteY71" fmla="*/ 56303 h 84574"/>
                  <a:gd name="connsiteX72" fmla="*/ 1075306 w 1179211"/>
                  <a:gd name="connsiteY72" fmla="*/ 44462 h 84574"/>
                  <a:gd name="connsiteX73" fmla="*/ 998464 w 1179211"/>
                  <a:gd name="connsiteY73" fmla="*/ 84816 h 84574"/>
                  <a:gd name="connsiteX74" fmla="*/ 1007888 w 1179211"/>
                  <a:gd name="connsiteY74" fmla="*/ 83850 h 84574"/>
                  <a:gd name="connsiteX75" fmla="*/ 1007646 w 1179211"/>
                  <a:gd name="connsiteY75" fmla="*/ 81675 h 84574"/>
                  <a:gd name="connsiteX76" fmla="*/ 1007163 w 1179211"/>
                  <a:gd name="connsiteY76" fmla="*/ 78050 h 84574"/>
                  <a:gd name="connsiteX77" fmla="*/ 1006921 w 1179211"/>
                  <a:gd name="connsiteY77" fmla="*/ 73942 h 84574"/>
                  <a:gd name="connsiteX78" fmla="*/ 1006680 w 1179211"/>
                  <a:gd name="connsiteY78" fmla="*/ 69834 h 84574"/>
                  <a:gd name="connsiteX79" fmla="*/ 1006680 w 1179211"/>
                  <a:gd name="connsiteY79" fmla="*/ 483 h 84574"/>
                  <a:gd name="connsiteX80" fmla="*/ 997497 w 1179211"/>
                  <a:gd name="connsiteY80" fmla="*/ 483 h 84574"/>
                  <a:gd name="connsiteX81" fmla="*/ 997497 w 1179211"/>
                  <a:gd name="connsiteY81" fmla="*/ 36730 h 84574"/>
                  <a:gd name="connsiteX82" fmla="*/ 990973 w 1179211"/>
                  <a:gd name="connsiteY82" fmla="*/ 29964 h 84574"/>
                  <a:gd name="connsiteX83" fmla="*/ 980341 w 1179211"/>
                  <a:gd name="connsiteY83" fmla="*/ 27064 h 84574"/>
                  <a:gd name="connsiteX84" fmla="*/ 970675 w 1179211"/>
                  <a:gd name="connsiteY84" fmla="*/ 28997 h 84574"/>
                  <a:gd name="connsiteX85" fmla="*/ 962701 w 1179211"/>
                  <a:gd name="connsiteY85" fmla="*/ 34555 h 84574"/>
                  <a:gd name="connsiteX86" fmla="*/ 957385 w 1179211"/>
                  <a:gd name="connsiteY86" fmla="*/ 43737 h 84574"/>
                  <a:gd name="connsiteX87" fmla="*/ 955452 w 1179211"/>
                  <a:gd name="connsiteY87" fmla="*/ 56544 h 84574"/>
                  <a:gd name="connsiteX88" fmla="*/ 956902 w 1179211"/>
                  <a:gd name="connsiteY88" fmla="*/ 67660 h 84574"/>
                  <a:gd name="connsiteX89" fmla="*/ 961251 w 1179211"/>
                  <a:gd name="connsiteY89" fmla="*/ 76842 h 84574"/>
                  <a:gd name="connsiteX90" fmla="*/ 968742 w 1179211"/>
                  <a:gd name="connsiteY90" fmla="*/ 83125 h 84574"/>
                  <a:gd name="connsiteX91" fmla="*/ 979616 w 1179211"/>
                  <a:gd name="connsiteY91" fmla="*/ 85300 h 84574"/>
                  <a:gd name="connsiteX92" fmla="*/ 986623 w 1179211"/>
                  <a:gd name="connsiteY92" fmla="*/ 84091 h 84574"/>
                  <a:gd name="connsiteX93" fmla="*/ 991698 w 1179211"/>
                  <a:gd name="connsiteY93" fmla="*/ 81433 h 84574"/>
                  <a:gd name="connsiteX94" fmla="*/ 995081 w 1179211"/>
                  <a:gd name="connsiteY94" fmla="*/ 78050 h 84574"/>
                  <a:gd name="connsiteX95" fmla="*/ 997014 w 1179211"/>
                  <a:gd name="connsiteY95" fmla="*/ 74909 h 84574"/>
                  <a:gd name="connsiteX96" fmla="*/ 998464 w 1179211"/>
                  <a:gd name="connsiteY96" fmla="*/ 84816 h 84574"/>
                  <a:gd name="connsiteX97" fmla="*/ 996048 w 1179211"/>
                  <a:gd name="connsiteY97" fmla="*/ 67660 h 84574"/>
                  <a:gd name="connsiteX98" fmla="*/ 991456 w 1179211"/>
                  <a:gd name="connsiteY98" fmla="*/ 74667 h 84574"/>
                  <a:gd name="connsiteX99" fmla="*/ 985657 w 1179211"/>
                  <a:gd name="connsiteY99" fmla="*/ 78050 h 84574"/>
                  <a:gd name="connsiteX100" fmla="*/ 980582 w 1179211"/>
                  <a:gd name="connsiteY100" fmla="*/ 78775 h 84574"/>
                  <a:gd name="connsiteX101" fmla="*/ 974058 w 1179211"/>
                  <a:gd name="connsiteY101" fmla="*/ 77084 h 84574"/>
                  <a:gd name="connsiteX102" fmla="*/ 969467 w 1179211"/>
                  <a:gd name="connsiteY102" fmla="*/ 72493 h 84574"/>
                  <a:gd name="connsiteX103" fmla="*/ 966809 w 1179211"/>
                  <a:gd name="connsiteY103" fmla="*/ 65243 h 84574"/>
                  <a:gd name="connsiteX104" fmla="*/ 965842 w 1179211"/>
                  <a:gd name="connsiteY104" fmla="*/ 56303 h 84574"/>
                  <a:gd name="connsiteX105" fmla="*/ 967051 w 1179211"/>
                  <a:gd name="connsiteY105" fmla="*/ 47362 h 84574"/>
                  <a:gd name="connsiteX106" fmla="*/ 970192 w 1179211"/>
                  <a:gd name="connsiteY106" fmla="*/ 40354 h 84574"/>
                  <a:gd name="connsiteX107" fmla="*/ 975266 w 1179211"/>
                  <a:gd name="connsiteY107" fmla="*/ 36005 h 84574"/>
                  <a:gd name="connsiteX108" fmla="*/ 981549 w 1179211"/>
                  <a:gd name="connsiteY108" fmla="*/ 34555 h 84574"/>
                  <a:gd name="connsiteX109" fmla="*/ 987832 w 1179211"/>
                  <a:gd name="connsiteY109" fmla="*/ 35763 h 84574"/>
                  <a:gd name="connsiteX110" fmla="*/ 992906 w 1179211"/>
                  <a:gd name="connsiteY110" fmla="*/ 39629 h 84574"/>
                  <a:gd name="connsiteX111" fmla="*/ 996531 w 1179211"/>
                  <a:gd name="connsiteY111" fmla="*/ 46395 h 84574"/>
                  <a:gd name="connsiteX112" fmla="*/ 997739 w 1179211"/>
                  <a:gd name="connsiteY112" fmla="*/ 56061 h 84574"/>
                  <a:gd name="connsiteX113" fmla="*/ 996048 w 1179211"/>
                  <a:gd name="connsiteY113" fmla="*/ 67660 h 84574"/>
                  <a:gd name="connsiteX114" fmla="*/ 938537 w 1179211"/>
                  <a:gd name="connsiteY114" fmla="*/ 725 h 84574"/>
                  <a:gd name="connsiteX115" fmla="*/ 928629 w 1179211"/>
                  <a:gd name="connsiteY115" fmla="*/ 725 h 84574"/>
                  <a:gd name="connsiteX116" fmla="*/ 928629 w 1179211"/>
                  <a:gd name="connsiteY116" fmla="*/ 84333 h 84574"/>
                  <a:gd name="connsiteX117" fmla="*/ 938537 w 1179211"/>
                  <a:gd name="connsiteY117" fmla="*/ 84333 h 84574"/>
                  <a:gd name="connsiteX118" fmla="*/ 938537 w 1179211"/>
                  <a:gd name="connsiteY118" fmla="*/ 725 h 84574"/>
                  <a:gd name="connsiteX119" fmla="*/ 897699 w 1179211"/>
                  <a:gd name="connsiteY119" fmla="*/ 38179 h 84574"/>
                  <a:gd name="connsiteX120" fmla="*/ 900841 w 1179211"/>
                  <a:gd name="connsiteY120" fmla="*/ 50262 h 84574"/>
                  <a:gd name="connsiteX121" fmla="*/ 900841 w 1179211"/>
                  <a:gd name="connsiteY121" fmla="*/ 52195 h 84574"/>
                  <a:gd name="connsiteX122" fmla="*/ 873535 w 1179211"/>
                  <a:gd name="connsiteY122" fmla="*/ 52195 h 84574"/>
                  <a:gd name="connsiteX123" fmla="*/ 875227 w 1179211"/>
                  <a:gd name="connsiteY123" fmla="*/ 45187 h 84574"/>
                  <a:gd name="connsiteX124" fmla="*/ 878368 w 1179211"/>
                  <a:gd name="connsiteY124" fmla="*/ 39388 h 84574"/>
                  <a:gd name="connsiteX125" fmla="*/ 882959 w 1179211"/>
                  <a:gd name="connsiteY125" fmla="*/ 35280 h 84574"/>
                  <a:gd name="connsiteX126" fmla="*/ 889000 w 1179211"/>
                  <a:gd name="connsiteY126" fmla="*/ 33830 h 84574"/>
                  <a:gd name="connsiteX127" fmla="*/ 897699 w 1179211"/>
                  <a:gd name="connsiteY127" fmla="*/ 38179 h 84574"/>
                  <a:gd name="connsiteX128" fmla="*/ 910748 w 1179211"/>
                  <a:gd name="connsiteY128" fmla="*/ 58236 h 84574"/>
                  <a:gd name="connsiteX129" fmla="*/ 910748 w 1179211"/>
                  <a:gd name="connsiteY129" fmla="*/ 52678 h 84574"/>
                  <a:gd name="connsiteX130" fmla="*/ 909781 w 1179211"/>
                  <a:gd name="connsiteY130" fmla="*/ 43496 h 84574"/>
                  <a:gd name="connsiteX131" fmla="*/ 906157 w 1179211"/>
                  <a:gd name="connsiteY131" fmla="*/ 35280 h 84574"/>
                  <a:gd name="connsiteX132" fmla="*/ 899391 w 1179211"/>
                  <a:gd name="connsiteY132" fmla="*/ 29480 h 84574"/>
                  <a:gd name="connsiteX133" fmla="*/ 888759 w 1179211"/>
                  <a:gd name="connsiteY133" fmla="*/ 27306 h 84574"/>
                  <a:gd name="connsiteX134" fmla="*/ 878851 w 1179211"/>
                  <a:gd name="connsiteY134" fmla="*/ 29480 h 84574"/>
                  <a:gd name="connsiteX135" fmla="*/ 870877 w 1179211"/>
                  <a:gd name="connsiteY135" fmla="*/ 35521 h 84574"/>
                  <a:gd name="connsiteX136" fmla="*/ 865561 w 1179211"/>
                  <a:gd name="connsiteY136" fmla="*/ 44704 h 84574"/>
                  <a:gd name="connsiteX137" fmla="*/ 863628 w 1179211"/>
                  <a:gd name="connsiteY137" fmla="*/ 56544 h 84574"/>
                  <a:gd name="connsiteX138" fmla="*/ 870394 w 1179211"/>
                  <a:gd name="connsiteY138" fmla="*/ 78292 h 84574"/>
                  <a:gd name="connsiteX139" fmla="*/ 890208 w 1179211"/>
                  <a:gd name="connsiteY139" fmla="*/ 85783 h 84574"/>
                  <a:gd name="connsiteX140" fmla="*/ 902290 w 1179211"/>
                  <a:gd name="connsiteY140" fmla="*/ 83125 h 84574"/>
                  <a:gd name="connsiteX141" fmla="*/ 911956 w 1179211"/>
                  <a:gd name="connsiteY141" fmla="*/ 75151 h 84574"/>
                  <a:gd name="connsiteX142" fmla="*/ 908090 w 1179211"/>
                  <a:gd name="connsiteY142" fmla="*/ 71043 h 84574"/>
                  <a:gd name="connsiteX143" fmla="*/ 898666 w 1179211"/>
                  <a:gd name="connsiteY143" fmla="*/ 77567 h 84574"/>
                  <a:gd name="connsiteX144" fmla="*/ 890933 w 1179211"/>
                  <a:gd name="connsiteY144" fmla="*/ 79017 h 84574"/>
                  <a:gd name="connsiteX145" fmla="*/ 878368 w 1179211"/>
                  <a:gd name="connsiteY145" fmla="*/ 73701 h 84574"/>
                  <a:gd name="connsiteX146" fmla="*/ 873777 w 1179211"/>
                  <a:gd name="connsiteY146" fmla="*/ 58477 h 84574"/>
                  <a:gd name="connsiteX147" fmla="*/ 910748 w 1179211"/>
                  <a:gd name="connsiteY147" fmla="*/ 58477 h 84574"/>
                  <a:gd name="connsiteX148" fmla="*/ 848404 w 1179211"/>
                  <a:gd name="connsiteY148" fmla="*/ 61377 h 84574"/>
                  <a:gd name="connsiteX149" fmla="*/ 844296 w 1179211"/>
                  <a:gd name="connsiteY149" fmla="*/ 56544 h 84574"/>
                  <a:gd name="connsiteX150" fmla="*/ 838980 w 1179211"/>
                  <a:gd name="connsiteY150" fmla="*/ 53403 h 84574"/>
                  <a:gd name="connsiteX151" fmla="*/ 833181 w 1179211"/>
                  <a:gd name="connsiteY151" fmla="*/ 51470 h 84574"/>
                  <a:gd name="connsiteX152" fmla="*/ 824723 w 1179211"/>
                  <a:gd name="connsiteY152" fmla="*/ 47603 h 84574"/>
                  <a:gd name="connsiteX153" fmla="*/ 821582 w 1179211"/>
                  <a:gd name="connsiteY153" fmla="*/ 40837 h 84574"/>
                  <a:gd name="connsiteX154" fmla="*/ 824482 w 1179211"/>
                  <a:gd name="connsiteY154" fmla="*/ 35280 h 84574"/>
                  <a:gd name="connsiteX155" fmla="*/ 831731 w 1179211"/>
                  <a:gd name="connsiteY155" fmla="*/ 33105 h 84574"/>
                  <a:gd name="connsiteX156" fmla="*/ 838980 w 1179211"/>
                  <a:gd name="connsiteY156" fmla="*/ 34796 h 84574"/>
                  <a:gd name="connsiteX157" fmla="*/ 843572 w 1179211"/>
                  <a:gd name="connsiteY157" fmla="*/ 38421 h 84574"/>
                  <a:gd name="connsiteX158" fmla="*/ 848404 w 1179211"/>
                  <a:gd name="connsiteY158" fmla="*/ 32380 h 84574"/>
                  <a:gd name="connsiteX159" fmla="*/ 842605 w 1179211"/>
                  <a:gd name="connsiteY159" fmla="*/ 28997 h 84574"/>
                  <a:gd name="connsiteX160" fmla="*/ 832214 w 1179211"/>
                  <a:gd name="connsiteY160" fmla="*/ 27306 h 84574"/>
                  <a:gd name="connsiteX161" fmla="*/ 824723 w 1179211"/>
                  <a:gd name="connsiteY161" fmla="*/ 28272 h 84574"/>
                  <a:gd name="connsiteX162" fmla="*/ 818441 w 1179211"/>
                  <a:gd name="connsiteY162" fmla="*/ 31172 h 84574"/>
                  <a:gd name="connsiteX163" fmla="*/ 814091 w 1179211"/>
                  <a:gd name="connsiteY163" fmla="*/ 36005 h 84574"/>
                  <a:gd name="connsiteX164" fmla="*/ 812400 w 1179211"/>
                  <a:gd name="connsiteY164" fmla="*/ 42771 h 84574"/>
                  <a:gd name="connsiteX165" fmla="*/ 813850 w 1179211"/>
                  <a:gd name="connsiteY165" fmla="*/ 50020 h 84574"/>
                  <a:gd name="connsiteX166" fmla="*/ 817716 w 1179211"/>
                  <a:gd name="connsiteY166" fmla="*/ 54853 h 84574"/>
                  <a:gd name="connsiteX167" fmla="*/ 822790 w 1179211"/>
                  <a:gd name="connsiteY167" fmla="*/ 57752 h 84574"/>
                  <a:gd name="connsiteX168" fmla="*/ 828106 w 1179211"/>
                  <a:gd name="connsiteY168" fmla="*/ 59686 h 84574"/>
                  <a:gd name="connsiteX169" fmla="*/ 836564 w 1179211"/>
                  <a:gd name="connsiteY169" fmla="*/ 63310 h 84574"/>
                  <a:gd name="connsiteX170" fmla="*/ 839705 w 1179211"/>
                  <a:gd name="connsiteY170" fmla="*/ 70559 h 84574"/>
                  <a:gd name="connsiteX171" fmla="*/ 837047 w 1179211"/>
                  <a:gd name="connsiteY171" fmla="*/ 77325 h 84574"/>
                  <a:gd name="connsiteX172" fmla="*/ 829556 w 1179211"/>
                  <a:gd name="connsiteY172" fmla="*/ 79742 h 84574"/>
                  <a:gd name="connsiteX173" fmla="*/ 824723 w 1179211"/>
                  <a:gd name="connsiteY173" fmla="*/ 79017 h 84574"/>
                  <a:gd name="connsiteX174" fmla="*/ 820616 w 1179211"/>
                  <a:gd name="connsiteY174" fmla="*/ 76842 h 84574"/>
                  <a:gd name="connsiteX175" fmla="*/ 817233 w 1179211"/>
                  <a:gd name="connsiteY175" fmla="*/ 74184 h 84574"/>
                  <a:gd name="connsiteX176" fmla="*/ 814816 w 1179211"/>
                  <a:gd name="connsiteY176" fmla="*/ 71768 h 84574"/>
                  <a:gd name="connsiteX177" fmla="*/ 809983 w 1179211"/>
                  <a:gd name="connsiteY177" fmla="*/ 79500 h 84574"/>
                  <a:gd name="connsiteX178" fmla="*/ 829073 w 1179211"/>
                  <a:gd name="connsiteY178" fmla="*/ 85783 h 84574"/>
                  <a:gd name="connsiteX179" fmla="*/ 836806 w 1179211"/>
                  <a:gd name="connsiteY179" fmla="*/ 84575 h 84574"/>
                  <a:gd name="connsiteX180" fmla="*/ 843088 w 1179211"/>
                  <a:gd name="connsiteY180" fmla="*/ 81192 h 84574"/>
                  <a:gd name="connsiteX181" fmla="*/ 847438 w 1179211"/>
                  <a:gd name="connsiteY181" fmla="*/ 75634 h 84574"/>
                  <a:gd name="connsiteX182" fmla="*/ 849129 w 1179211"/>
                  <a:gd name="connsiteY182" fmla="*/ 68143 h 84574"/>
                  <a:gd name="connsiteX183" fmla="*/ 848404 w 1179211"/>
                  <a:gd name="connsiteY183" fmla="*/ 61377 h 84574"/>
                  <a:gd name="connsiteX184" fmla="*/ 796693 w 1179211"/>
                  <a:gd name="connsiteY184" fmla="*/ 61377 h 84574"/>
                  <a:gd name="connsiteX185" fmla="*/ 792585 w 1179211"/>
                  <a:gd name="connsiteY185" fmla="*/ 56544 h 84574"/>
                  <a:gd name="connsiteX186" fmla="*/ 787269 w 1179211"/>
                  <a:gd name="connsiteY186" fmla="*/ 53403 h 84574"/>
                  <a:gd name="connsiteX187" fmla="*/ 781470 w 1179211"/>
                  <a:gd name="connsiteY187" fmla="*/ 51470 h 84574"/>
                  <a:gd name="connsiteX188" fmla="*/ 773012 w 1179211"/>
                  <a:gd name="connsiteY188" fmla="*/ 47603 h 84574"/>
                  <a:gd name="connsiteX189" fmla="*/ 769871 w 1179211"/>
                  <a:gd name="connsiteY189" fmla="*/ 40837 h 84574"/>
                  <a:gd name="connsiteX190" fmla="*/ 772770 w 1179211"/>
                  <a:gd name="connsiteY190" fmla="*/ 35280 h 84574"/>
                  <a:gd name="connsiteX191" fmla="*/ 780020 w 1179211"/>
                  <a:gd name="connsiteY191" fmla="*/ 33105 h 84574"/>
                  <a:gd name="connsiteX192" fmla="*/ 787269 w 1179211"/>
                  <a:gd name="connsiteY192" fmla="*/ 34796 h 84574"/>
                  <a:gd name="connsiteX193" fmla="*/ 791860 w 1179211"/>
                  <a:gd name="connsiteY193" fmla="*/ 38421 h 84574"/>
                  <a:gd name="connsiteX194" fmla="*/ 796693 w 1179211"/>
                  <a:gd name="connsiteY194" fmla="*/ 32380 h 84574"/>
                  <a:gd name="connsiteX195" fmla="*/ 790894 w 1179211"/>
                  <a:gd name="connsiteY195" fmla="*/ 28997 h 84574"/>
                  <a:gd name="connsiteX196" fmla="*/ 780503 w 1179211"/>
                  <a:gd name="connsiteY196" fmla="*/ 27306 h 84574"/>
                  <a:gd name="connsiteX197" fmla="*/ 773012 w 1179211"/>
                  <a:gd name="connsiteY197" fmla="*/ 28272 h 84574"/>
                  <a:gd name="connsiteX198" fmla="*/ 766729 w 1179211"/>
                  <a:gd name="connsiteY198" fmla="*/ 31172 h 84574"/>
                  <a:gd name="connsiteX199" fmla="*/ 762380 w 1179211"/>
                  <a:gd name="connsiteY199" fmla="*/ 36005 h 84574"/>
                  <a:gd name="connsiteX200" fmla="*/ 760688 w 1179211"/>
                  <a:gd name="connsiteY200" fmla="*/ 42771 h 84574"/>
                  <a:gd name="connsiteX201" fmla="*/ 762138 w 1179211"/>
                  <a:gd name="connsiteY201" fmla="*/ 50020 h 84574"/>
                  <a:gd name="connsiteX202" fmla="*/ 766005 w 1179211"/>
                  <a:gd name="connsiteY202" fmla="*/ 54853 h 84574"/>
                  <a:gd name="connsiteX203" fmla="*/ 771079 w 1179211"/>
                  <a:gd name="connsiteY203" fmla="*/ 57752 h 84574"/>
                  <a:gd name="connsiteX204" fmla="*/ 776395 w 1179211"/>
                  <a:gd name="connsiteY204" fmla="*/ 59686 h 84574"/>
                  <a:gd name="connsiteX205" fmla="*/ 784853 w 1179211"/>
                  <a:gd name="connsiteY205" fmla="*/ 63310 h 84574"/>
                  <a:gd name="connsiteX206" fmla="*/ 787994 w 1179211"/>
                  <a:gd name="connsiteY206" fmla="*/ 70559 h 84574"/>
                  <a:gd name="connsiteX207" fmla="*/ 785336 w 1179211"/>
                  <a:gd name="connsiteY207" fmla="*/ 77325 h 84574"/>
                  <a:gd name="connsiteX208" fmla="*/ 777845 w 1179211"/>
                  <a:gd name="connsiteY208" fmla="*/ 79742 h 84574"/>
                  <a:gd name="connsiteX209" fmla="*/ 773012 w 1179211"/>
                  <a:gd name="connsiteY209" fmla="*/ 79017 h 84574"/>
                  <a:gd name="connsiteX210" fmla="*/ 768904 w 1179211"/>
                  <a:gd name="connsiteY210" fmla="*/ 76842 h 84574"/>
                  <a:gd name="connsiteX211" fmla="*/ 765521 w 1179211"/>
                  <a:gd name="connsiteY211" fmla="*/ 74184 h 84574"/>
                  <a:gd name="connsiteX212" fmla="*/ 763105 w 1179211"/>
                  <a:gd name="connsiteY212" fmla="*/ 71768 h 84574"/>
                  <a:gd name="connsiteX213" fmla="*/ 758272 w 1179211"/>
                  <a:gd name="connsiteY213" fmla="*/ 79500 h 84574"/>
                  <a:gd name="connsiteX214" fmla="*/ 777362 w 1179211"/>
                  <a:gd name="connsiteY214" fmla="*/ 85783 h 84574"/>
                  <a:gd name="connsiteX215" fmla="*/ 785094 w 1179211"/>
                  <a:gd name="connsiteY215" fmla="*/ 84575 h 84574"/>
                  <a:gd name="connsiteX216" fmla="*/ 791377 w 1179211"/>
                  <a:gd name="connsiteY216" fmla="*/ 81192 h 84574"/>
                  <a:gd name="connsiteX217" fmla="*/ 795726 w 1179211"/>
                  <a:gd name="connsiteY217" fmla="*/ 75634 h 84574"/>
                  <a:gd name="connsiteX218" fmla="*/ 797418 w 1179211"/>
                  <a:gd name="connsiteY218" fmla="*/ 68143 h 84574"/>
                  <a:gd name="connsiteX219" fmla="*/ 796693 w 1179211"/>
                  <a:gd name="connsiteY219" fmla="*/ 61377 h 84574"/>
                  <a:gd name="connsiteX220" fmla="*/ 711393 w 1179211"/>
                  <a:gd name="connsiteY220" fmla="*/ 6041 h 84574"/>
                  <a:gd name="connsiteX221" fmla="*/ 707286 w 1179211"/>
                  <a:gd name="connsiteY221" fmla="*/ 4350 h 84574"/>
                  <a:gd name="connsiteX222" fmla="*/ 703178 w 1179211"/>
                  <a:gd name="connsiteY222" fmla="*/ 6041 h 84574"/>
                  <a:gd name="connsiteX223" fmla="*/ 701486 w 1179211"/>
                  <a:gd name="connsiteY223" fmla="*/ 9907 h 84574"/>
                  <a:gd name="connsiteX224" fmla="*/ 703178 w 1179211"/>
                  <a:gd name="connsiteY224" fmla="*/ 13774 h 84574"/>
                  <a:gd name="connsiteX225" fmla="*/ 707286 w 1179211"/>
                  <a:gd name="connsiteY225" fmla="*/ 15465 h 84574"/>
                  <a:gd name="connsiteX226" fmla="*/ 711393 w 1179211"/>
                  <a:gd name="connsiteY226" fmla="*/ 13774 h 84574"/>
                  <a:gd name="connsiteX227" fmla="*/ 713085 w 1179211"/>
                  <a:gd name="connsiteY227" fmla="*/ 9907 h 84574"/>
                  <a:gd name="connsiteX228" fmla="*/ 711393 w 1179211"/>
                  <a:gd name="connsiteY228" fmla="*/ 6041 h 84574"/>
                  <a:gd name="connsiteX229" fmla="*/ 734833 w 1179211"/>
                  <a:gd name="connsiteY229" fmla="*/ 6041 h 84574"/>
                  <a:gd name="connsiteX230" fmla="*/ 730725 w 1179211"/>
                  <a:gd name="connsiteY230" fmla="*/ 4350 h 84574"/>
                  <a:gd name="connsiteX231" fmla="*/ 726617 w 1179211"/>
                  <a:gd name="connsiteY231" fmla="*/ 6041 h 84574"/>
                  <a:gd name="connsiteX232" fmla="*/ 724925 w 1179211"/>
                  <a:gd name="connsiteY232" fmla="*/ 9907 h 84574"/>
                  <a:gd name="connsiteX233" fmla="*/ 726617 w 1179211"/>
                  <a:gd name="connsiteY233" fmla="*/ 13774 h 84574"/>
                  <a:gd name="connsiteX234" fmla="*/ 730725 w 1179211"/>
                  <a:gd name="connsiteY234" fmla="*/ 15465 h 84574"/>
                  <a:gd name="connsiteX235" fmla="*/ 734833 w 1179211"/>
                  <a:gd name="connsiteY235" fmla="*/ 13774 h 84574"/>
                  <a:gd name="connsiteX236" fmla="*/ 736524 w 1179211"/>
                  <a:gd name="connsiteY236" fmla="*/ 9907 h 84574"/>
                  <a:gd name="connsiteX237" fmla="*/ 734833 w 1179211"/>
                  <a:gd name="connsiteY237" fmla="*/ 6041 h 84574"/>
                  <a:gd name="connsiteX238" fmla="*/ 695445 w 1179211"/>
                  <a:gd name="connsiteY238" fmla="*/ 28997 h 84574"/>
                  <a:gd name="connsiteX239" fmla="*/ 695445 w 1179211"/>
                  <a:gd name="connsiteY239" fmla="*/ 63552 h 84574"/>
                  <a:gd name="connsiteX240" fmla="*/ 695928 w 1179211"/>
                  <a:gd name="connsiteY240" fmla="*/ 72009 h 84574"/>
                  <a:gd name="connsiteX241" fmla="*/ 698103 w 1179211"/>
                  <a:gd name="connsiteY241" fmla="*/ 79017 h 84574"/>
                  <a:gd name="connsiteX242" fmla="*/ 703903 w 1179211"/>
                  <a:gd name="connsiteY242" fmla="*/ 83850 h 84574"/>
                  <a:gd name="connsiteX243" fmla="*/ 714535 w 1179211"/>
                  <a:gd name="connsiteY243" fmla="*/ 85783 h 84574"/>
                  <a:gd name="connsiteX244" fmla="*/ 722026 w 1179211"/>
                  <a:gd name="connsiteY244" fmla="*/ 84575 h 84574"/>
                  <a:gd name="connsiteX245" fmla="*/ 727342 w 1179211"/>
                  <a:gd name="connsiteY245" fmla="*/ 81433 h 84574"/>
                  <a:gd name="connsiteX246" fmla="*/ 730725 w 1179211"/>
                  <a:gd name="connsiteY246" fmla="*/ 77809 h 84574"/>
                  <a:gd name="connsiteX247" fmla="*/ 732658 w 1179211"/>
                  <a:gd name="connsiteY247" fmla="*/ 75151 h 84574"/>
                  <a:gd name="connsiteX248" fmla="*/ 733866 w 1179211"/>
                  <a:gd name="connsiteY248" fmla="*/ 84575 h 84574"/>
                  <a:gd name="connsiteX249" fmla="*/ 743290 w 1179211"/>
                  <a:gd name="connsiteY249" fmla="*/ 83608 h 84574"/>
                  <a:gd name="connsiteX250" fmla="*/ 743049 w 1179211"/>
                  <a:gd name="connsiteY250" fmla="*/ 81433 h 84574"/>
                  <a:gd name="connsiteX251" fmla="*/ 742565 w 1179211"/>
                  <a:gd name="connsiteY251" fmla="*/ 77809 h 84574"/>
                  <a:gd name="connsiteX252" fmla="*/ 742324 w 1179211"/>
                  <a:gd name="connsiteY252" fmla="*/ 73701 h 84574"/>
                  <a:gd name="connsiteX253" fmla="*/ 742082 w 1179211"/>
                  <a:gd name="connsiteY253" fmla="*/ 69593 h 84574"/>
                  <a:gd name="connsiteX254" fmla="*/ 742082 w 1179211"/>
                  <a:gd name="connsiteY254" fmla="*/ 28755 h 84574"/>
                  <a:gd name="connsiteX255" fmla="*/ 732175 w 1179211"/>
                  <a:gd name="connsiteY255" fmla="*/ 28755 h 84574"/>
                  <a:gd name="connsiteX256" fmla="*/ 732175 w 1179211"/>
                  <a:gd name="connsiteY256" fmla="*/ 59686 h 84574"/>
                  <a:gd name="connsiteX257" fmla="*/ 730966 w 1179211"/>
                  <a:gd name="connsiteY257" fmla="*/ 66935 h 84574"/>
                  <a:gd name="connsiteX258" fmla="*/ 727583 w 1179211"/>
                  <a:gd name="connsiteY258" fmla="*/ 72734 h 84574"/>
                  <a:gd name="connsiteX259" fmla="*/ 722751 w 1179211"/>
                  <a:gd name="connsiteY259" fmla="*/ 76600 h 84574"/>
                  <a:gd name="connsiteX260" fmla="*/ 716468 w 1179211"/>
                  <a:gd name="connsiteY260" fmla="*/ 78050 h 84574"/>
                  <a:gd name="connsiteX261" fmla="*/ 710427 w 1179211"/>
                  <a:gd name="connsiteY261" fmla="*/ 77084 h 84574"/>
                  <a:gd name="connsiteX262" fmla="*/ 706802 w 1179211"/>
                  <a:gd name="connsiteY262" fmla="*/ 74184 h 84574"/>
                  <a:gd name="connsiteX263" fmla="*/ 705111 w 1179211"/>
                  <a:gd name="connsiteY263" fmla="*/ 69593 h 84574"/>
                  <a:gd name="connsiteX264" fmla="*/ 704628 w 1179211"/>
                  <a:gd name="connsiteY264" fmla="*/ 63310 h 84574"/>
                  <a:gd name="connsiteX265" fmla="*/ 704628 w 1179211"/>
                  <a:gd name="connsiteY265" fmla="*/ 28755 h 84574"/>
                  <a:gd name="connsiteX266" fmla="*/ 695445 w 1179211"/>
                  <a:gd name="connsiteY266" fmla="*/ 28755 h 84574"/>
                  <a:gd name="connsiteX267" fmla="*/ 664515 w 1179211"/>
                  <a:gd name="connsiteY267" fmla="*/ 60894 h 84574"/>
                  <a:gd name="connsiteX268" fmla="*/ 657991 w 1179211"/>
                  <a:gd name="connsiteY268" fmla="*/ 71284 h 84574"/>
                  <a:gd name="connsiteX269" fmla="*/ 648325 w 1179211"/>
                  <a:gd name="connsiteY269" fmla="*/ 76600 h 84574"/>
                  <a:gd name="connsiteX270" fmla="*/ 636726 w 1179211"/>
                  <a:gd name="connsiteY270" fmla="*/ 78050 h 84574"/>
                  <a:gd name="connsiteX271" fmla="*/ 631893 w 1179211"/>
                  <a:gd name="connsiteY271" fmla="*/ 77809 h 84574"/>
                  <a:gd name="connsiteX272" fmla="*/ 626577 w 1179211"/>
                  <a:gd name="connsiteY272" fmla="*/ 77325 h 84574"/>
                  <a:gd name="connsiteX273" fmla="*/ 626577 w 1179211"/>
                  <a:gd name="connsiteY273" fmla="*/ 10874 h 84574"/>
                  <a:gd name="connsiteX274" fmla="*/ 630927 w 1179211"/>
                  <a:gd name="connsiteY274" fmla="*/ 10632 h 84574"/>
                  <a:gd name="connsiteX275" fmla="*/ 635276 w 1179211"/>
                  <a:gd name="connsiteY275" fmla="*/ 10632 h 84574"/>
                  <a:gd name="connsiteX276" fmla="*/ 659440 w 1179211"/>
                  <a:gd name="connsiteY276" fmla="*/ 18848 h 84574"/>
                  <a:gd name="connsiteX277" fmla="*/ 666931 w 1179211"/>
                  <a:gd name="connsiteY277" fmla="*/ 44220 h 84574"/>
                  <a:gd name="connsiteX278" fmla="*/ 664515 w 1179211"/>
                  <a:gd name="connsiteY278" fmla="*/ 60894 h 84574"/>
                  <a:gd name="connsiteX279" fmla="*/ 675389 w 1179211"/>
                  <a:gd name="connsiteY279" fmla="*/ 25856 h 84574"/>
                  <a:gd name="connsiteX280" fmla="*/ 667173 w 1179211"/>
                  <a:gd name="connsiteY280" fmla="*/ 13774 h 84574"/>
                  <a:gd name="connsiteX281" fmla="*/ 654366 w 1179211"/>
                  <a:gd name="connsiteY281" fmla="*/ 6524 h 84574"/>
                  <a:gd name="connsiteX282" fmla="*/ 637451 w 1179211"/>
                  <a:gd name="connsiteY282" fmla="*/ 4108 h 84574"/>
                  <a:gd name="connsiteX283" fmla="*/ 631168 w 1179211"/>
                  <a:gd name="connsiteY283" fmla="*/ 4108 h 84574"/>
                  <a:gd name="connsiteX284" fmla="*/ 627060 w 1179211"/>
                  <a:gd name="connsiteY284" fmla="*/ 4350 h 84574"/>
                  <a:gd name="connsiteX285" fmla="*/ 622953 w 1179211"/>
                  <a:gd name="connsiteY285" fmla="*/ 4350 h 84574"/>
                  <a:gd name="connsiteX286" fmla="*/ 616670 w 1179211"/>
                  <a:gd name="connsiteY286" fmla="*/ 4591 h 84574"/>
                  <a:gd name="connsiteX287" fmla="*/ 616670 w 1179211"/>
                  <a:gd name="connsiteY287" fmla="*/ 84091 h 84574"/>
                  <a:gd name="connsiteX288" fmla="*/ 625611 w 1179211"/>
                  <a:gd name="connsiteY288" fmla="*/ 84333 h 84574"/>
                  <a:gd name="connsiteX289" fmla="*/ 637209 w 1179211"/>
                  <a:gd name="connsiteY289" fmla="*/ 84575 h 84574"/>
                  <a:gd name="connsiteX290" fmla="*/ 650741 w 1179211"/>
                  <a:gd name="connsiteY290" fmla="*/ 82883 h 84574"/>
                  <a:gd name="connsiteX291" fmla="*/ 664032 w 1179211"/>
                  <a:gd name="connsiteY291" fmla="*/ 76842 h 84574"/>
                  <a:gd name="connsiteX292" fmla="*/ 674181 w 1179211"/>
                  <a:gd name="connsiteY292" fmla="*/ 64518 h 84574"/>
                  <a:gd name="connsiteX293" fmla="*/ 678289 w 1179211"/>
                  <a:gd name="connsiteY293" fmla="*/ 43979 h 84574"/>
                  <a:gd name="connsiteX294" fmla="*/ 675389 w 1179211"/>
                  <a:gd name="connsiteY294" fmla="*/ 25856 h 84574"/>
                  <a:gd name="connsiteX295" fmla="*/ 562059 w 1179211"/>
                  <a:gd name="connsiteY295" fmla="*/ 77325 h 84574"/>
                  <a:gd name="connsiteX296" fmla="*/ 558918 w 1179211"/>
                  <a:gd name="connsiteY296" fmla="*/ 78534 h 84574"/>
                  <a:gd name="connsiteX297" fmla="*/ 555776 w 1179211"/>
                  <a:gd name="connsiteY297" fmla="*/ 79017 h 84574"/>
                  <a:gd name="connsiteX298" fmla="*/ 553360 w 1179211"/>
                  <a:gd name="connsiteY298" fmla="*/ 78534 h 84574"/>
                  <a:gd name="connsiteX299" fmla="*/ 551185 w 1179211"/>
                  <a:gd name="connsiteY299" fmla="*/ 77567 h 84574"/>
                  <a:gd name="connsiteX300" fmla="*/ 549010 w 1179211"/>
                  <a:gd name="connsiteY300" fmla="*/ 74184 h 84574"/>
                  <a:gd name="connsiteX301" fmla="*/ 548769 w 1179211"/>
                  <a:gd name="connsiteY301" fmla="*/ 67901 h 84574"/>
                  <a:gd name="connsiteX302" fmla="*/ 548769 w 1179211"/>
                  <a:gd name="connsiteY302" fmla="*/ 35280 h 84574"/>
                  <a:gd name="connsiteX303" fmla="*/ 561817 w 1179211"/>
                  <a:gd name="connsiteY303" fmla="*/ 35280 h 84574"/>
                  <a:gd name="connsiteX304" fmla="*/ 561817 w 1179211"/>
                  <a:gd name="connsiteY304" fmla="*/ 28997 h 84574"/>
                  <a:gd name="connsiteX305" fmla="*/ 548769 w 1179211"/>
                  <a:gd name="connsiteY305" fmla="*/ 28997 h 84574"/>
                  <a:gd name="connsiteX306" fmla="*/ 548769 w 1179211"/>
                  <a:gd name="connsiteY306" fmla="*/ 12807 h 84574"/>
                  <a:gd name="connsiteX307" fmla="*/ 539103 w 1179211"/>
                  <a:gd name="connsiteY307" fmla="*/ 14982 h 84574"/>
                  <a:gd name="connsiteX308" fmla="*/ 539103 w 1179211"/>
                  <a:gd name="connsiteY308" fmla="*/ 28997 h 84574"/>
                  <a:gd name="connsiteX309" fmla="*/ 529679 w 1179211"/>
                  <a:gd name="connsiteY309" fmla="*/ 28997 h 84574"/>
                  <a:gd name="connsiteX310" fmla="*/ 529679 w 1179211"/>
                  <a:gd name="connsiteY310" fmla="*/ 35280 h 84574"/>
                  <a:gd name="connsiteX311" fmla="*/ 539103 w 1179211"/>
                  <a:gd name="connsiteY311" fmla="*/ 35280 h 84574"/>
                  <a:gd name="connsiteX312" fmla="*/ 539103 w 1179211"/>
                  <a:gd name="connsiteY312" fmla="*/ 68868 h 84574"/>
                  <a:gd name="connsiteX313" fmla="*/ 539345 w 1179211"/>
                  <a:gd name="connsiteY313" fmla="*/ 76117 h 84574"/>
                  <a:gd name="connsiteX314" fmla="*/ 541278 w 1179211"/>
                  <a:gd name="connsiteY314" fmla="*/ 81433 h 84574"/>
                  <a:gd name="connsiteX315" fmla="*/ 545869 w 1179211"/>
                  <a:gd name="connsiteY315" fmla="*/ 84816 h 84574"/>
                  <a:gd name="connsiteX316" fmla="*/ 551910 w 1179211"/>
                  <a:gd name="connsiteY316" fmla="*/ 85783 h 84574"/>
                  <a:gd name="connsiteX317" fmla="*/ 558434 w 1179211"/>
                  <a:gd name="connsiteY317" fmla="*/ 84816 h 84574"/>
                  <a:gd name="connsiteX318" fmla="*/ 563992 w 1179211"/>
                  <a:gd name="connsiteY318" fmla="*/ 82158 h 84574"/>
                  <a:gd name="connsiteX319" fmla="*/ 562059 w 1179211"/>
                  <a:gd name="connsiteY319" fmla="*/ 77325 h 84574"/>
                  <a:gd name="connsiteX320" fmla="*/ 487392 w 1179211"/>
                  <a:gd name="connsiteY320" fmla="*/ 6041 h 84574"/>
                  <a:gd name="connsiteX321" fmla="*/ 483284 w 1179211"/>
                  <a:gd name="connsiteY321" fmla="*/ 4350 h 84574"/>
                  <a:gd name="connsiteX322" fmla="*/ 479176 w 1179211"/>
                  <a:gd name="connsiteY322" fmla="*/ 6041 h 84574"/>
                  <a:gd name="connsiteX323" fmla="*/ 477484 w 1179211"/>
                  <a:gd name="connsiteY323" fmla="*/ 9907 h 84574"/>
                  <a:gd name="connsiteX324" fmla="*/ 479176 w 1179211"/>
                  <a:gd name="connsiteY324" fmla="*/ 13774 h 84574"/>
                  <a:gd name="connsiteX325" fmla="*/ 483284 w 1179211"/>
                  <a:gd name="connsiteY325" fmla="*/ 15465 h 84574"/>
                  <a:gd name="connsiteX326" fmla="*/ 487392 w 1179211"/>
                  <a:gd name="connsiteY326" fmla="*/ 13774 h 84574"/>
                  <a:gd name="connsiteX327" fmla="*/ 489083 w 1179211"/>
                  <a:gd name="connsiteY327" fmla="*/ 9907 h 84574"/>
                  <a:gd name="connsiteX328" fmla="*/ 487392 w 1179211"/>
                  <a:gd name="connsiteY328" fmla="*/ 6041 h 84574"/>
                  <a:gd name="connsiteX329" fmla="*/ 510589 w 1179211"/>
                  <a:gd name="connsiteY329" fmla="*/ 6041 h 84574"/>
                  <a:gd name="connsiteX330" fmla="*/ 506481 w 1179211"/>
                  <a:gd name="connsiteY330" fmla="*/ 4350 h 84574"/>
                  <a:gd name="connsiteX331" fmla="*/ 502373 w 1179211"/>
                  <a:gd name="connsiteY331" fmla="*/ 6041 h 84574"/>
                  <a:gd name="connsiteX332" fmla="*/ 500682 w 1179211"/>
                  <a:gd name="connsiteY332" fmla="*/ 9907 h 84574"/>
                  <a:gd name="connsiteX333" fmla="*/ 502373 w 1179211"/>
                  <a:gd name="connsiteY333" fmla="*/ 13774 h 84574"/>
                  <a:gd name="connsiteX334" fmla="*/ 506481 w 1179211"/>
                  <a:gd name="connsiteY334" fmla="*/ 15465 h 84574"/>
                  <a:gd name="connsiteX335" fmla="*/ 510589 w 1179211"/>
                  <a:gd name="connsiteY335" fmla="*/ 13774 h 84574"/>
                  <a:gd name="connsiteX336" fmla="*/ 512281 w 1179211"/>
                  <a:gd name="connsiteY336" fmla="*/ 9907 h 84574"/>
                  <a:gd name="connsiteX337" fmla="*/ 510589 w 1179211"/>
                  <a:gd name="connsiteY337" fmla="*/ 6041 h 84574"/>
                  <a:gd name="connsiteX338" fmla="*/ 504548 w 1179211"/>
                  <a:gd name="connsiteY338" fmla="*/ 62827 h 84574"/>
                  <a:gd name="connsiteX339" fmla="*/ 504306 w 1179211"/>
                  <a:gd name="connsiteY339" fmla="*/ 67660 h 84574"/>
                  <a:gd name="connsiteX340" fmla="*/ 502373 w 1179211"/>
                  <a:gd name="connsiteY340" fmla="*/ 72976 h 84574"/>
                  <a:gd name="connsiteX341" fmla="*/ 498990 w 1179211"/>
                  <a:gd name="connsiteY341" fmla="*/ 76600 h 84574"/>
                  <a:gd name="connsiteX342" fmla="*/ 495124 w 1179211"/>
                  <a:gd name="connsiteY342" fmla="*/ 78534 h 84574"/>
                  <a:gd name="connsiteX343" fmla="*/ 491741 w 1179211"/>
                  <a:gd name="connsiteY343" fmla="*/ 79017 h 84574"/>
                  <a:gd name="connsiteX344" fmla="*/ 488116 w 1179211"/>
                  <a:gd name="connsiteY344" fmla="*/ 78534 h 84574"/>
                  <a:gd name="connsiteX345" fmla="*/ 484975 w 1179211"/>
                  <a:gd name="connsiteY345" fmla="*/ 76842 h 84574"/>
                  <a:gd name="connsiteX346" fmla="*/ 482800 w 1179211"/>
                  <a:gd name="connsiteY346" fmla="*/ 73942 h 84574"/>
                  <a:gd name="connsiteX347" fmla="*/ 482075 w 1179211"/>
                  <a:gd name="connsiteY347" fmla="*/ 69351 h 84574"/>
                  <a:gd name="connsiteX348" fmla="*/ 483284 w 1179211"/>
                  <a:gd name="connsiteY348" fmla="*/ 64760 h 84574"/>
                  <a:gd name="connsiteX349" fmla="*/ 486183 w 1179211"/>
                  <a:gd name="connsiteY349" fmla="*/ 61619 h 84574"/>
                  <a:gd name="connsiteX350" fmla="*/ 489566 w 1179211"/>
                  <a:gd name="connsiteY350" fmla="*/ 59686 h 84574"/>
                  <a:gd name="connsiteX351" fmla="*/ 492708 w 1179211"/>
                  <a:gd name="connsiteY351" fmla="*/ 58719 h 84574"/>
                  <a:gd name="connsiteX352" fmla="*/ 496091 w 1179211"/>
                  <a:gd name="connsiteY352" fmla="*/ 58236 h 84574"/>
                  <a:gd name="connsiteX353" fmla="*/ 499715 w 1179211"/>
                  <a:gd name="connsiteY353" fmla="*/ 57994 h 84574"/>
                  <a:gd name="connsiteX354" fmla="*/ 502857 w 1179211"/>
                  <a:gd name="connsiteY354" fmla="*/ 57752 h 84574"/>
                  <a:gd name="connsiteX355" fmla="*/ 505031 w 1179211"/>
                  <a:gd name="connsiteY355" fmla="*/ 57752 h 84574"/>
                  <a:gd name="connsiteX356" fmla="*/ 504548 w 1179211"/>
                  <a:gd name="connsiteY356" fmla="*/ 62827 h 84574"/>
                  <a:gd name="connsiteX357" fmla="*/ 522188 w 1179211"/>
                  <a:gd name="connsiteY357" fmla="*/ 78292 h 84574"/>
                  <a:gd name="connsiteX358" fmla="*/ 517838 w 1179211"/>
                  <a:gd name="connsiteY358" fmla="*/ 79017 h 84574"/>
                  <a:gd name="connsiteX359" fmla="*/ 514939 w 1179211"/>
                  <a:gd name="connsiteY359" fmla="*/ 77809 h 84574"/>
                  <a:gd name="connsiteX360" fmla="*/ 513972 w 1179211"/>
                  <a:gd name="connsiteY360" fmla="*/ 72734 h 84574"/>
                  <a:gd name="connsiteX361" fmla="*/ 513972 w 1179211"/>
                  <a:gd name="connsiteY361" fmla="*/ 43496 h 84574"/>
                  <a:gd name="connsiteX362" fmla="*/ 513972 w 1179211"/>
                  <a:gd name="connsiteY362" fmla="*/ 40354 h 84574"/>
                  <a:gd name="connsiteX363" fmla="*/ 513489 w 1179211"/>
                  <a:gd name="connsiteY363" fmla="*/ 36971 h 84574"/>
                  <a:gd name="connsiteX364" fmla="*/ 512281 w 1179211"/>
                  <a:gd name="connsiteY364" fmla="*/ 33830 h 84574"/>
                  <a:gd name="connsiteX365" fmla="*/ 509864 w 1179211"/>
                  <a:gd name="connsiteY365" fmla="*/ 31172 h 84574"/>
                  <a:gd name="connsiteX366" fmla="*/ 502615 w 1179211"/>
                  <a:gd name="connsiteY366" fmla="*/ 27789 h 84574"/>
                  <a:gd name="connsiteX367" fmla="*/ 494882 w 1179211"/>
                  <a:gd name="connsiteY367" fmla="*/ 27064 h 84574"/>
                  <a:gd name="connsiteX368" fmla="*/ 488116 w 1179211"/>
                  <a:gd name="connsiteY368" fmla="*/ 27789 h 84574"/>
                  <a:gd name="connsiteX369" fmla="*/ 482075 w 1179211"/>
                  <a:gd name="connsiteY369" fmla="*/ 29964 h 84574"/>
                  <a:gd name="connsiteX370" fmla="*/ 477243 w 1179211"/>
                  <a:gd name="connsiteY370" fmla="*/ 33830 h 84574"/>
                  <a:gd name="connsiteX371" fmla="*/ 474584 w 1179211"/>
                  <a:gd name="connsiteY371" fmla="*/ 40113 h 84574"/>
                  <a:gd name="connsiteX372" fmla="*/ 482317 w 1179211"/>
                  <a:gd name="connsiteY372" fmla="*/ 42529 h 84574"/>
                  <a:gd name="connsiteX373" fmla="*/ 483284 w 1179211"/>
                  <a:gd name="connsiteY373" fmla="*/ 38904 h 84574"/>
                  <a:gd name="connsiteX374" fmla="*/ 485217 w 1179211"/>
                  <a:gd name="connsiteY374" fmla="*/ 36005 h 84574"/>
                  <a:gd name="connsiteX375" fmla="*/ 488600 w 1179211"/>
                  <a:gd name="connsiteY375" fmla="*/ 33830 h 84574"/>
                  <a:gd name="connsiteX376" fmla="*/ 493916 w 1179211"/>
                  <a:gd name="connsiteY376" fmla="*/ 33105 h 84574"/>
                  <a:gd name="connsiteX377" fmla="*/ 497299 w 1179211"/>
                  <a:gd name="connsiteY377" fmla="*/ 33347 h 84574"/>
                  <a:gd name="connsiteX378" fmla="*/ 500440 w 1179211"/>
                  <a:gd name="connsiteY378" fmla="*/ 34313 h 84574"/>
                  <a:gd name="connsiteX379" fmla="*/ 503582 w 1179211"/>
                  <a:gd name="connsiteY379" fmla="*/ 37213 h 84574"/>
                  <a:gd name="connsiteX380" fmla="*/ 504548 w 1179211"/>
                  <a:gd name="connsiteY380" fmla="*/ 42287 h 84574"/>
                  <a:gd name="connsiteX381" fmla="*/ 504548 w 1179211"/>
                  <a:gd name="connsiteY381" fmla="*/ 51711 h 84574"/>
                  <a:gd name="connsiteX382" fmla="*/ 497057 w 1179211"/>
                  <a:gd name="connsiteY382" fmla="*/ 51953 h 84574"/>
                  <a:gd name="connsiteX383" fmla="*/ 491016 w 1179211"/>
                  <a:gd name="connsiteY383" fmla="*/ 52436 h 84574"/>
                  <a:gd name="connsiteX384" fmla="*/ 483525 w 1179211"/>
                  <a:gd name="connsiteY384" fmla="*/ 54369 h 84574"/>
                  <a:gd name="connsiteX385" fmla="*/ 477484 w 1179211"/>
                  <a:gd name="connsiteY385" fmla="*/ 57994 h 84574"/>
                  <a:gd name="connsiteX386" fmla="*/ 473618 w 1179211"/>
                  <a:gd name="connsiteY386" fmla="*/ 63310 h 84574"/>
                  <a:gd name="connsiteX387" fmla="*/ 472168 w 1179211"/>
                  <a:gd name="connsiteY387" fmla="*/ 70076 h 84574"/>
                  <a:gd name="connsiteX388" fmla="*/ 473618 w 1179211"/>
                  <a:gd name="connsiteY388" fmla="*/ 76842 h 84574"/>
                  <a:gd name="connsiteX389" fmla="*/ 477243 w 1179211"/>
                  <a:gd name="connsiteY389" fmla="*/ 81675 h 84574"/>
                  <a:gd name="connsiteX390" fmla="*/ 482317 w 1179211"/>
                  <a:gd name="connsiteY390" fmla="*/ 84575 h 84574"/>
                  <a:gd name="connsiteX391" fmla="*/ 488116 w 1179211"/>
                  <a:gd name="connsiteY391" fmla="*/ 85541 h 84574"/>
                  <a:gd name="connsiteX392" fmla="*/ 499232 w 1179211"/>
                  <a:gd name="connsiteY392" fmla="*/ 82641 h 84574"/>
                  <a:gd name="connsiteX393" fmla="*/ 505031 w 1179211"/>
                  <a:gd name="connsiteY393" fmla="*/ 75634 h 84574"/>
                  <a:gd name="connsiteX394" fmla="*/ 507689 w 1179211"/>
                  <a:gd name="connsiteY394" fmla="*/ 82158 h 84574"/>
                  <a:gd name="connsiteX395" fmla="*/ 514214 w 1179211"/>
                  <a:gd name="connsiteY395" fmla="*/ 84816 h 84574"/>
                  <a:gd name="connsiteX396" fmla="*/ 519047 w 1179211"/>
                  <a:gd name="connsiteY396" fmla="*/ 84333 h 84574"/>
                  <a:gd name="connsiteX397" fmla="*/ 522430 w 1179211"/>
                  <a:gd name="connsiteY397" fmla="*/ 83608 h 84574"/>
                  <a:gd name="connsiteX398" fmla="*/ 522430 w 1179211"/>
                  <a:gd name="connsiteY398" fmla="*/ 78292 h 84574"/>
                  <a:gd name="connsiteX399" fmla="*/ 458636 w 1179211"/>
                  <a:gd name="connsiteY399" fmla="*/ 77325 h 84574"/>
                  <a:gd name="connsiteX400" fmla="*/ 455495 w 1179211"/>
                  <a:gd name="connsiteY400" fmla="*/ 78534 h 84574"/>
                  <a:gd name="connsiteX401" fmla="*/ 452353 w 1179211"/>
                  <a:gd name="connsiteY401" fmla="*/ 79017 h 84574"/>
                  <a:gd name="connsiteX402" fmla="*/ 449937 w 1179211"/>
                  <a:gd name="connsiteY402" fmla="*/ 78534 h 84574"/>
                  <a:gd name="connsiteX403" fmla="*/ 447762 w 1179211"/>
                  <a:gd name="connsiteY403" fmla="*/ 77567 h 84574"/>
                  <a:gd name="connsiteX404" fmla="*/ 445587 w 1179211"/>
                  <a:gd name="connsiteY404" fmla="*/ 74184 h 84574"/>
                  <a:gd name="connsiteX405" fmla="*/ 445346 w 1179211"/>
                  <a:gd name="connsiteY405" fmla="*/ 67901 h 84574"/>
                  <a:gd name="connsiteX406" fmla="*/ 445346 w 1179211"/>
                  <a:gd name="connsiteY406" fmla="*/ 35280 h 84574"/>
                  <a:gd name="connsiteX407" fmla="*/ 458394 w 1179211"/>
                  <a:gd name="connsiteY407" fmla="*/ 35280 h 84574"/>
                  <a:gd name="connsiteX408" fmla="*/ 458394 w 1179211"/>
                  <a:gd name="connsiteY408" fmla="*/ 28997 h 84574"/>
                  <a:gd name="connsiteX409" fmla="*/ 445346 w 1179211"/>
                  <a:gd name="connsiteY409" fmla="*/ 28997 h 84574"/>
                  <a:gd name="connsiteX410" fmla="*/ 445346 w 1179211"/>
                  <a:gd name="connsiteY410" fmla="*/ 12807 h 84574"/>
                  <a:gd name="connsiteX411" fmla="*/ 435680 w 1179211"/>
                  <a:gd name="connsiteY411" fmla="*/ 14982 h 84574"/>
                  <a:gd name="connsiteX412" fmla="*/ 435680 w 1179211"/>
                  <a:gd name="connsiteY412" fmla="*/ 28997 h 84574"/>
                  <a:gd name="connsiteX413" fmla="*/ 426256 w 1179211"/>
                  <a:gd name="connsiteY413" fmla="*/ 28997 h 84574"/>
                  <a:gd name="connsiteX414" fmla="*/ 426256 w 1179211"/>
                  <a:gd name="connsiteY414" fmla="*/ 35280 h 84574"/>
                  <a:gd name="connsiteX415" fmla="*/ 435680 w 1179211"/>
                  <a:gd name="connsiteY415" fmla="*/ 35280 h 84574"/>
                  <a:gd name="connsiteX416" fmla="*/ 435680 w 1179211"/>
                  <a:gd name="connsiteY416" fmla="*/ 68868 h 84574"/>
                  <a:gd name="connsiteX417" fmla="*/ 435922 w 1179211"/>
                  <a:gd name="connsiteY417" fmla="*/ 76117 h 84574"/>
                  <a:gd name="connsiteX418" fmla="*/ 437855 w 1179211"/>
                  <a:gd name="connsiteY418" fmla="*/ 81433 h 84574"/>
                  <a:gd name="connsiteX419" fmla="*/ 442446 w 1179211"/>
                  <a:gd name="connsiteY419" fmla="*/ 84816 h 84574"/>
                  <a:gd name="connsiteX420" fmla="*/ 448487 w 1179211"/>
                  <a:gd name="connsiteY420" fmla="*/ 85783 h 84574"/>
                  <a:gd name="connsiteX421" fmla="*/ 455012 w 1179211"/>
                  <a:gd name="connsiteY421" fmla="*/ 84816 h 84574"/>
                  <a:gd name="connsiteX422" fmla="*/ 460569 w 1179211"/>
                  <a:gd name="connsiteY422" fmla="*/ 82158 h 84574"/>
                  <a:gd name="connsiteX423" fmla="*/ 458636 w 1179211"/>
                  <a:gd name="connsiteY423" fmla="*/ 77325 h 84574"/>
                  <a:gd name="connsiteX424" fmla="*/ 409825 w 1179211"/>
                  <a:gd name="connsiteY424" fmla="*/ 28997 h 84574"/>
                  <a:gd name="connsiteX425" fmla="*/ 399676 w 1179211"/>
                  <a:gd name="connsiteY425" fmla="*/ 28997 h 84574"/>
                  <a:gd name="connsiteX426" fmla="*/ 399676 w 1179211"/>
                  <a:gd name="connsiteY426" fmla="*/ 84091 h 84574"/>
                  <a:gd name="connsiteX427" fmla="*/ 409825 w 1179211"/>
                  <a:gd name="connsiteY427" fmla="*/ 84091 h 84574"/>
                  <a:gd name="connsiteX428" fmla="*/ 409825 w 1179211"/>
                  <a:gd name="connsiteY428" fmla="*/ 28997 h 84574"/>
                  <a:gd name="connsiteX429" fmla="*/ 409341 w 1179211"/>
                  <a:gd name="connsiteY429" fmla="*/ 2416 h 84574"/>
                  <a:gd name="connsiteX430" fmla="*/ 404992 w 1179211"/>
                  <a:gd name="connsiteY430" fmla="*/ 483 h 84574"/>
                  <a:gd name="connsiteX431" fmla="*/ 400400 w 1179211"/>
                  <a:gd name="connsiteY431" fmla="*/ 2416 h 84574"/>
                  <a:gd name="connsiteX432" fmla="*/ 398467 w 1179211"/>
                  <a:gd name="connsiteY432" fmla="*/ 6766 h 84574"/>
                  <a:gd name="connsiteX433" fmla="*/ 400400 w 1179211"/>
                  <a:gd name="connsiteY433" fmla="*/ 11116 h 84574"/>
                  <a:gd name="connsiteX434" fmla="*/ 404992 w 1179211"/>
                  <a:gd name="connsiteY434" fmla="*/ 13049 h 84574"/>
                  <a:gd name="connsiteX435" fmla="*/ 409341 w 1179211"/>
                  <a:gd name="connsiteY435" fmla="*/ 11116 h 84574"/>
                  <a:gd name="connsiteX436" fmla="*/ 411274 w 1179211"/>
                  <a:gd name="connsiteY436" fmla="*/ 6766 h 84574"/>
                  <a:gd name="connsiteX437" fmla="*/ 409341 w 1179211"/>
                  <a:gd name="connsiteY437" fmla="*/ 2416 h 84574"/>
                  <a:gd name="connsiteX438" fmla="*/ 379619 w 1179211"/>
                  <a:gd name="connsiteY438" fmla="*/ 61377 h 84574"/>
                  <a:gd name="connsiteX439" fmla="*/ 375511 w 1179211"/>
                  <a:gd name="connsiteY439" fmla="*/ 56544 h 84574"/>
                  <a:gd name="connsiteX440" fmla="*/ 370195 w 1179211"/>
                  <a:gd name="connsiteY440" fmla="*/ 53403 h 84574"/>
                  <a:gd name="connsiteX441" fmla="*/ 364396 w 1179211"/>
                  <a:gd name="connsiteY441" fmla="*/ 51470 h 84574"/>
                  <a:gd name="connsiteX442" fmla="*/ 355938 w 1179211"/>
                  <a:gd name="connsiteY442" fmla="*/ 47603 h 84574"/>
                  <a:gd name="connsiteX443" fmla="*/ 352797 w 1179211"/>
                  <a:gd name="connsiteY443" fmla="*/ 40837 h 84574"/>
                  <a:gd name="connsiteX444" fmla="*/ 355697 w 1179211"/>
                  <a:gd name="connsiteY444" fmla="*/ 35280 h 84574"/>
                  <a:gd name="connsiteX445" fmla="*/ 362946 w 1179211"/>
                  <a:gd name="connsiteY445" fmla="*/ 33105 h 84574"/>
                  <a:gd name="connsiteX446" fmla="*/ 370195 w 1179211"/>
                  <a:gd name="connsiteY446" fmla="*/ 34796 h 84574"/>
                  <a:gd name="connsiteX447" fmla="*/ 374786 w 1179211"/>
                  <a:gd name="connsiteY447" fmla="*/ 38421 h 84574"/>
                  <a:gd name="connsiteX448" fmla="*/ 379619 w 1179211"/>
                  <a:gd name="connsiteY448" fmla="*/ 32380 h 84574"/>
                  <a:gd name="connsiteX449" fmla="*/ 373820 w 1179211"/>
                  <a:gd name="connsiteY449" fmla="*/ 28997 h 84574"/>
                  <a:gd name="connsiteX450" fmla="*/ 363429 w 1179211"/>
                  <a:gd name="connsiteY450" fmla="*/ 27306 h 84574"/>
                  <a:gd name="connsiteX451" fmla="*/ 355938 w 1179211"/>
                  <a:gd name="connsiteY451" fmla="*/ 28272 h 84574"/>
                  <a:gd name="connsiteX452" fmla="*/ 349656 w 1179211"/>
                  <a:gd name="connsiteY452" fmla="*/ 31172 h 84574"/>
                  <a:gd name="connsiteX453" fmla="*/ 345306 w 1179211"/>
                  <a:gd name="connsiteY453" fmla="*/ 36005 h 84574"/>
                  <a:gd name="connsiteX454" fmla="*/ 343615 w 1179211"/>
                  <a:gd name="connsiteY454" fmla="*/ 42771 h 84574"/>
                  <a:gd name="connsiteX455" fmla="*/ 345065 w 1179211"/>
                  <a:gd name="connsiteY455" fmla="*/ 50020 h 84574"/>
                  <a:gd name="connsiteX456" fmla="*/ 348931 w 1179211"/>
                  <a:gd name="connsiteY456" fmla="*/ 54853 h 84574"/>
                  <a:gd name="connsiteX457" fmla="*/ 354005 w 1179211"/>
                  <a:gd name="connsiteY457" fmla="*/ 57752 h 84574"/>
                  <a:gd name="connsiteX458" fmla="*/ 359321 w 1179211"/>
                  <a:gd name="connsiteY458" fmla="*/ 59686 h 84574"/>
                  <a:gd name="connsiteX459" fmla="*/ 367779 w 1179211"/>
                  <a:gd name="connsiteY459" fmla="*/ 63310 h 84574"/>
                  <a:gd name="connsiteX460" fmla="*/ 370920 w 1179211"/>
                  <a:gd name="connsiteY460" fmla="*/ 70559 h 84574"/>
                  <a:gd name="connsiteX461" fmla="*/ 368262 w 1179211"/>
                  <a:gd name="connsiteY461" fmla="*/ 77325 h 84574"/>
                  <a:gd name="connsiteX462" fmla="*/ 360771 w 1179211"/>
                  <a:gd name="connsiteY462" fmla="*/ 79742 h 84574"/>
                  <a:gd name="connsiteX463" fmla="*/ 355938 w 1179211"/>
                  <a:gd name="connsiteY463" fmla="*/ 79017 h 84574"/>
                  <a:gd name="connsiteX464" fmla="*/ 351830 w 1179211"/>
                  <a:gd name="connsiteY464" fmla="*/ 76842 h 84574"/>
                  <a:gd name="connsiteX465" fmla="*/ 348447 w 1179211"/>
                  <a:gd name="connsiteY465" fmla="*/ 74184 h 84574"/>
                  <a:gd name="connsiteX466" fmla="*/ 346031 w 1179211"/>
                  <a:gd name="connsiteY466" fmla="*/ 71768 h 84574"/>
                  <a:gd name="connsiteX467" fmla="*/ 341198 w 1179211"/>
                  <a:gd name="connsiteY467" fmla="*/ 79500 h 84574"/>
                  <a:gd name="connsiteX468" fmla="*/ 360288 w 1179211"/>
                  <a:gd name="connsiteY468" fmla="*/ 85783 h 84574"/>
                  <a:gd name="connsiteX469" fmla="*/ 368020 w 1179211"/>
                  <a:gd name="connsiteY469" fmla="*/ 84575 h 84574"/>
                  <a:gd name="connsiteX470" fmla="*/ 374303 w 1179211"/>
                  <a:gd name="connsiteY470" fmla="*/ 81192 h 84574"/>
                  <a:gd name="connsiteX471" fmla="*/ 378411 w 1179211"/>
                  <a:gd name="connsiteY471" fmla="*/ 75634 h 84574"/>
                  <a:gd name="connsiteX472" fmla="*/ 380103 w 1179211"/>
                  <a:gd name="connsiteY472" fmla="*/ 68143 h 84574"/>
                  <a:gd name="connsiteX473" fmla="*/ 379619 w 1179211"/>
                  <a:gd name="connsiteY473" fmla="*/ 61377 h 84574"/>
                  <a:gd name="connsiteX474" fmla="*/ 298428 w 1179211"/>
                  <a:gd name="connsiteY474" fmla="*/ 84091 h 84574"/>
                  <a:gd name="connsiteX475" fmla="*/ 307852 w 1179211"/>
                  <a:gd name="connsiteY475" fmla="*/ 84091 h 84574"/>
                  <a:gd name="connsiteX476" fmla="*/ 307852 w 1179211"/>
                  <a:gd name="connsiteY476" fmla="*/ 57511 h 84574"/>
                  <a:gd name="connsiteX477" fmla="*/ 308093 w 1179211"/>
                  <a:gd name="connsiteY477" fmla="*/ 51953 h 84574"/>
                  <a:gd name="connsiteX478" fmla="*/ 308818 w 1179211"/>
                  <a:gd name="connsiteY478" fmla="*/ 46637 h 84574"/>
                  <a:gd name="connsiteX479" fmla="*/ 312926 w 1179211"/>
                  <a:gd name="connsiteY479" fmla="*/ 37938 h 84574"/>
                  <a:gd name="connsiteX480" fmla="*/ 318967 w 1179211"/>
                  <a:gd name="connsiteY480" fmla="*/ 34555 h 84574"/>
                  <a:gd name="connsiteX481" fmla="*/ 325008 w 1179211"/>
                  <a:gd name="connsiteY481" fmla="*/ 40596 h 84574"/>
                  <a:gd name="connsiteX482" fmla="*/ 333224 w 1179211"/>
                  <a:gd name="connsiteY482" fmla="*/ 37696 h 84574"/>
                  <a:gd name="connsiteX483" fmla="*/ 332016 w 1179211"/>
                  <a:gd name="connsiteY483" fmla="*/ 32863 h 84574"/>
                  <a:gd name="connsiteX484" fmla="*/ 329599 w 1179211"/>
                  <a:gd name="connsiteY484" fmla="*/ 29722 h 84574"/>
                  <a:gd name="connsiteX485" fmla="*/ 326216 w 1179211"/>
                  <a:gd name="connsiteY485" fmla="*/ 28030 h 84574"/>
                  <a:gd name="connsiteX486" fmla="*/ 322833 w 1179211"/>
                  <a:gd name="connsiteY486" fmla="*/ 27547 h 84574"/>
                  <a:gd name="connsiteX487" fmla="*/ 314134 w 1179211"/>
                  <a:gd name="connsiteY487" fmla="*/ 30205 h 84574"/>
                  <a:gd name="connsiteX488" fmla="*/ 307852 w 1179211"/>
                  <a:gd name="connsiteY488" fmla="*/ 37696 h 84574"/>
                  <a:gd name="connsiteX489" fmla="*/ 306643 w 1179211"/>
                  <a:gd name="connsiteY489" fmla="*/ 28272 h 84574"/>
                  <a:gd name="connsiteX490" fmla="*/ 297219 w 1179211"/>
                  <a:gd name="connsiteY490" fmla="*/ 29239 h 84574"/>
                  <a:gd name="connsiteX491" fmla="*/ 297461 w 1179211"/>
                  <a:gd name="connsiteY491" fmla="*/ 31413 h 84574"/>
                  <a:gd name="connsiteX492" fmla="*/ 297944 w 1179211"/>
                  <a:gd name="connsiteY492" fmla="*/ 35038 h 84574"/>
                  <a:gd name="connsiteX493" fmla="*/ 298186 w 1179211"/>
                  <a:gd name="connsiteY493" fmla="*/ 39146 h 84574"/>
                  <a:gd name="connsiteX494" fmla="*/ 298428 w 1179211"/>
                  <a:gd name="connsiteY494" fmla="*/ 43254 h 84574"/>
                  <a:gd name="connsiteX495" fmla="*/ 298428 w 1179211"/>
                  <a:gd name="connsiteY495" fmla="*/ 84091 h 84574"/>
                  <a:gd name="connsiteX496" fmla="*/ 267981 w 1179211"/>
                  <a:gd name="connsiteY496" fmla="*/ 38179 h 84574"/>
                  <a:gd name="connsiteX497" fmla="*/ 271122 w 1179211"/>
                  <a:gd name="connsiteY497" fmla="*/ 50262 h 84574"/>
                  <a:gd name="connsiteX498" fmla="*/ 271122 w 1179211"/>
                  <a:gd name="connsiteY498" fmla="*/ 52195 h 84574"/>
                  <a:gd name="connsiteX499" fmla="*/ 243817 w 1179211"/>
                  <a:gd name="connsiteY499" fmla="*/ 52195 h 84574"/>
                  <a:gd name="connsiteX500" fmla="*/ 245508 w 1179211"/>
                  <a:gd name="connsiteY500" fmla="*/ 45187 h 84574"/>
                  <a:gd name="connsiteX501" fmla="*/ 248649 w 1179211"/>
                  <a:gd name="connsiteY501" fmla="*/ 39388 h 84574"/>
                  <a:gd name="connsiteX502" fmla="*/ 253241 w 1179211"/>
                  <a:gd name="connsiteY502" fmla="*/ 35280 h 84574"/>
                  <a:gd name="connsiteX503" fmla="*/ 259282 w 1179211"/>
                  <a:gd name="connsiteY503" fmla="*/ 33830 h 84574"/>
                  <a:gd name="connsiteX504" fmla="*/ 267981 w 1179211"/>
                  <a:gd name="connsiteY504" fmla="*/ 38179 h 84574"/>
                  <a:gd name="connsiteX505" fmla="*/ 281029 w 1179211"/>
                  <a:gd name="connsiteY505" fmla="*/ 58236 h 84574"/>
                  <a:gd name="connsiteX506" fmla="*/ 281029 w 1179211"/>
                  <a:gd name="connsiteY506" fmla="*/ 52678 h 84574"/>
                  <a:gd name="connsiteX507" fmla="*/ 280063 w 1179211"/>
                  <a:gd name="connsiteY507" fmla="*/ 43496 h 84574"/>
                  <a:gd name="connsiteX508" fmla="*/ 276438 w 1179211"/>
                  <a:gd name="connsiteY508" fmla="*/ 35280 h 84574"/>
                  <a:gd name="connsiteX509" fmla="*/ 269672 w 1179211"/>
                  <a:gd name="connsiteY509" fmla="*/ 29480 h 84574"/>
                  <a:gd name="connsiteX510" fmla="*/ 259040 w 1179211"/>
                  <a:gd name="connsiteY510" fmla="*/ 27306 h 84574"/>
                  <a:gd name="connsiteX511" fmla="*/ 249133 w 1179211"/>
                  <a:gd name="connsiteY511" fmla="*/ 29480 h 84574"/>
                  <a:gd name="connsiteX512" fmla="*/ 241159 w 1179211"/>
                  <a:gd name="connsiteY512" fmla="*/ 35521 h 84574"/>
                  <a:gd name="connsiteX513" fmla="*/ 235842 w 1179211"/>
                  <a:gd name="connsiteY513" fmla="*/ 44704 h 84574"/>
                  <a:gd name="connsiteX514" fmla="*/ 233909 w 1179211"/>
                  <a:gd name="connsiteY514" fmla="*/ 56544 h 84574"/>
                  <a:gd name="connsiteX515" fmla="*/ 240675 w 1179211"/>
                  <a:gd name="connsiteY515" fmla="*/ 78292 h 84574"/>
                  <a:gd name="connsiteX516" fmla="*/ 260490 w 1179211"/>
                  <a:gd name="connsiteY516" fmla="*/ 85783 h 84574"/>
                  <a:gd name="connsiteX517" fmla="*/ 272572 w 1179211"/>
                  <a:gd name="connsiteY517" fmla="*/ 83125 h 84574"/>
                  <a:gd name="connsiteX518" fmla="*/ 282238 w 1179211"/>
                  <a:gd name="connsiteY518" fmla="*/ 75151 h 84574"/>
                  <a:gd name="connsiteX519" fmla="*/ 278371 w 1179211"/>
                  <a:gd name="connsiteY519" fmla="*/ 71043 h 84574"/>
                  <a:gd name="connsiteX520" fmla="*/ 268947 w 1179211"/>
                  <a:gd name="connsiteY520" fmla="*/ 77567 h 84574"/>
                  <a:gd name="connsiteX521" fmla="*/ 261215 w 1179211"/>
                  <a:gd name="connsiteY521" fmla="*/ 79017 h 84574"/>
                  <a:gd name="connsiteX522" fmla="*/ 248649 w 1179211"/>
                  <a:gd name="connsiteY522" fmla="*/ 73701 h 84574"/>
                  <a:gd name="connsiteX523" fmla="*/ 244058 w 1179211"/>
                  <a:gd name="connsiteY523" fmla="*/ 58477 h 84574"/>
                  <a:gd name="connsiteX524" fmla="*/ 281029 w 1179211"/>
                  <a:gd name="connsiteY524" fmla="*/ 58477 h 84574"/>
                  <a:gd name="connsiteX525" fmla="*/ 183648 w 1179211"/>
                  <a:gd name="connsiteY525" fmla="*/ 28997 h 84574"/>
                  <a:gd name="connsiteX526" fmla="*/ 172774 w 1179211"/>
                  <a:gd name="connsiteY526" fmla="*/ 28997 h 84574"/>
                  <a:gd name="connsiteX527" fmla="*/ 195247 w 1179211"/>
                  <a:gd name="connsiteY527" fmla="*/ 85300 h 84574"/>
                  <a:gd name="connsiteX528" fmla="*/ 203221 w 1179211"/>
                  <a:gd name="connsiteY528" fmla="*/ 85300 h 84574"/>
                  <a:gd name="connsiteX529" fmla="*/ 226418 w 1179211"/>
                  <a:gd name="connsiteY529" fmla="*/ 28997 h 84574"/>
                  <a:gd name="connsiteX530" fmla="*/ 217236 w 1179211"/>
                  <a:gd name="connsiteY530" fmla="*/ 28997 h 84574"/>
                  <a:gd name="connsiteX531" fmla="*/ 202496 w 1179211"/>
                  <a:gd name="connsiteY531" fmla="*/ 67660 h 84574"/>
                  <a:gd name="connsiteX532" fmla="*/ 200079 w 1179211"/>
                  <a:gd name="connsiteY532" fmla="*/ 76359 h 84574"/>
                  <a:gd name="connsiteX533" fmla="*/ 199354 w 1179211"/>
                  <a:gd name="connsiteY533" fmla="*/ 72734 h 84574"/>
                  <a:gd name="connsiteX534" fmla="*/ 197663 w 1179211"/>
                  <a:gd name="connsiteY534" fmla="*/ 67176 h 84574"/>
                  <a:gd name="connsiteX535" fmla="*/ 183648 w 1179211"/>
                  <a:gd name="connsiteY535" fmla="*/ 28997 h 84574"/>
                  <a:gd name="connsiteX536" fmla="*/ 159000 w 1179211"/>
                  <a:gd name="connsiteY536" fmla="*/ 28997 h 84574"/>
                  <a:gd name="connsiteX537" fmla="*/ 148851 w 1179211"/>
                  <a:gd name="connsiteY537" fmla="*/ 28997 h 84574"/>
                  <a:gd name="connsiteX538" fmla="*/ 148851 w 1179211"/>
                  <a:gd name="connsiteY538" fmla="*/ 84091 h 84574"/>
                  <a:gd name="connsiteX539" fmla="*/ 159000 w 1179211"/>
                  <a:gd name="connsiteY539" fmla="*/ 84091 h 84574"/>
                  <a:gd name="connsiteX540" fmla="*/ 159000 w 1179211"/>
                  <a:gd name="connsiteY540" fmla="*/ 28997 h 84574"/>
                  <a:gd name="connsiteX541" fmla="*/ 158517 w 1179211"/>
                  <a:gd name="connsiteY541" fmla="*/ 2416 h 84574"/>
                  <a:gd name="connsiteX542" fmla="*/ 154167 w 1179211"/>
                  <a:gd name="connsiteY542" fmla="*/ 483 h 84574"/>
                  <a:gd name="connsiteX543" fmla="*/ 149576 w 1179211"/>
                  <a:gd name="connsiteY543" fmla="*/ 2416 h 84574"/>
                  <a:gd name="connsiteX544" fmla="*/ 147643 w 1179211"/>
                  <a:gd name="connsiteY544" fmla="*/ 6766 h 84574"/>
                  <a:gd name="connsiteX545" fmla="*/ 149576 w 1179211"/>
                  <a:gd name="connsiteY545" fmla="*/ 11116 h 84574"/>
                  <a:gd name="connsiteX546" fmla="*/ 154167 w 1179211"/>
                  <a:gd name="connsiteY546" fmla="*/ 13049 h 84574"/>
                  <a:gd name="connsiteX547" fmla="*/ 158517 w 1179211"/>
                  <a:gd name="connsiteY547" fmla="*/ 11116 h 84574"/>
                  <a:gd name="connsiteX548" fmla="*/ 160450 w 1179211"/>
                  <a:gd name="connsiteY548" fmla="*/ 6766 h 84574"/>
                  <a:gd name="connsiteX549" fmla="*/ 158517 w 1179211"/>
                  <a:gd name="connsiteY549" fmla="*/ 2416 h 84574"/>
                  <a:gd name="connsiteX550" fmla="*/ 128795 w 1179211"/>
                  <a:gd name="connsiteY550" fmla="*/ 84091 h 84574"/>
                  <a:gd name="connsiteX551" fmla="*/ 128795 w 1179211"/>
                  <a:gd name="connsiteY551" fmla="*/ 49537 h 84574"/>
                  <a:gd name="connsiteX552" fmla="*/ 128312 w 1179211"/>
                  <a:gd name="connsiteY552" fmla="*/ 41079 h 84574"/>
                  <a:gd name="connsiteX553" fmla="*/ 126137 w 1179211"/>
                  <a:gd name="connsiteY553" fmla="*/ 34071 h 84574"/>
                  <a:gd name="connsiteX554" fmla="*/ 120338 w 1179211"/>
                  <a:gd name="connsiteY554" fmla="*/ 29239 h 84574"/>
                  <a:gd name="connsiteX555" fmla="*/ 109705 w 1179211"/>
                  <a:gd name="connsiteY555" fmla="*/ 27306 h 84574"/>
                  <a:gd name="connsiteX556" fmla="*/ 102214 w 1179211"/>
                  <a:gd name="connsiteY556" fmla="*/ 28514 h 84574"/>
                  <a:gd name="connsiteX557" fmla="*/ 96898 w 1179211"/>
                  <a:gd name="connsiteY557" fmla="*/ 31655 h 84574"/>
                  <a:gd name="connsiteX558" fmla="*/ 93274 w 1179211"/>
                  <a:gd name="connsiteY558" fmla="*/ 35280 h 84574"/>
                  <a:gd name="connsiteX559" fmla="*/ 91341 w 1179211"/>
                  <a:gd name="connsiteY559" fmla="*/ 37938 h 84574"/>
                  <a:gd name="connsiteX560" fmla="*/ 90132 w 1179211"/>
                  <a:gd name="connsiteY560" fmla="*/ 28514 h 84574"/>
                  <a:gd name="connsiteX561" fmla="*/ 80708 w 1179211"/>
                  <a:gd name="connsiteY561" fmla="*/ 29480 h 84574"/>
                  <a:gd name="connsiteX562" fmla="*/ 80950 w 1179211"/>
                  <a:gd name="connsiteY562" fmla="*/ 31655 h 84574"/>
                  <a:gd name="connsiteX563" fmla="*/ 81433 w 1179211"/>
                  <a:gd name="connsiteY563" fmla="*/ 35280 h 84574"/>
                  <a:gd name="connsiteX564" fmla="*/ 81675 w 1179211"/>
                  <a:gd name="connsiteY564" fmla="*/ 39388 h 84574"/>
                  <a:gd name="connsiteX565" fmla="*/ 81917 w 1179211"/>
                  <a:gd name="connsiteY565" fmla="*/ 43496 h 84574"/>
                  <a:gd name="connsiteX566" fmla="*/ 81917 w 1179211"/>
                  <a:gd name="connsiteY566" fmla="*/ 84333 h 84574"/>
                  <a:gd name="connsiteX567" fmla="*/ 91824 w 1179211"/>
                  <a:gd name="connsiteY567" fmla="*/ 84333 h 84574"/>
                  <a:gd name="connsiteX568" fmla="*/ 91824 w 1179211"/>
                  <a:gd name="connsiteY568" fmla="*/ 53403 h 84574"/>
                  <a:gd name="connsiteX569" fmla="*/ 93032 w 1179211"/>
                  <a:gd name="connsiteY569" fmla="*/ 46154 h 84574"/>
                  <a:gd name="connsiteX570" fmla="*/ 96415 w 1179211"/>
                  <a:gd name="connsiteY570" fmla="*/ 40354 h 84574"/>
                  <a:gd name="connsiteX571" fmla="*/ 101248 w 1179211"/>
                  <a:gd name="connsiteY571" fmla="*/ 36488 h 84574"/>
                  <a:gd name="connsiteX572" fmla="*/ 107531 w 1179211"/>
                  <a:gd name="connsiteY572" fmla="*/ 35038 h 84574"/>
                  <a:gd name="connsiteX573" fmla="*/ 113572 w 1179211"/>
                  <a:gd name="connsiteY573" fmla="*/ 36005 h 84574"/>
                  <a:gd name="connsiteX574" fmla="*/ 117196 w 1179211"/>
                  <a:gd name="connsiteY574" fmla="*/ 38904 h 84574"/>
                  <a:gd name="connsiteX575" fmla="*/ 118888 w 1179211"/>
                  <a:gd name="connsiteY575" fmla="*/ 43496 h 84574"/>
                  <a:gd name="connsiteX576" fmla="*/ 119371 w 1179211"/>
                  <a:gd name="connsiteY576" fmla="*/ 49778 h 84574"/>
                  <a:gd name="connsiteX577" fmla="*/ 119371 w 1179211"/>
                  <a:gd name="connsiteY577" fmla="*/ 84333 h 84574"/>
                  <a:gd name="connsiteX578" fmla="*/ 128795 w 1179211"/>
                  <a:gd name="connsiteY578" fmla="*/ 84333 h 84574"/>
                  <a:gd name="connsiteX579" fmla="*/ 60894 w 1179211"/>
                  <a:gd name="connsiteY579" fmla="*/ 5799 h 84574"/>
                  <a:gd name="connsiteX580" fmla="*/ 50986 w 1179211"/>
                  <a:gd name="connsiteY580" fmla="*/ 5799 h 84574"/>
                  <a:gd name="connsiteX581" fmla="*/ 50986 w 1179211"/>
                  <a:gd name="connsiteY581" fmla="*/ 54128 h 84574"/>
                  <a:gd name="connsiteX582" fmla="*/ 49295 w 1179211"/>
                  <a:gd name="connsiteY582" fmla="*/ 66935 h 84574"/>
                  <a:gd name="connsiteX583" fmla="*/ 44945 w 1179211"/>
                  <a:gd name="connsiteY583" fmla="*/ 74667 h 84574"/>
                  <a:gd name="connsiteX584" fmla="*/ 38421 w 1179211"/>
                  <a:gd name="connsiteY584" fmla="*/ 78534 h 84574"/>
                  <a:gd name="connsiteX585" fmla="*/ 30447 w 1179211"/>
                  <a:gd name="connsiteY585" fmla="*/ 79500 h 84574"/>
                  <a:gd name="connsiteX586" fmla="*/ 22231 w 1179211"/>
                  <a:gd name="connsiteY586" fmla="*/ 78534 h 84574"/>
                  <a:gd name="connsiteX587" fmla="*/ 15707 w 1179211"/>
                  <a:gd name="connsiteY587" fmla="*/ 74667 h 84574"/>
                  <a:gd name="connsiteX588" fmla="*/ 11357 w 1179211"/>
                  <a:gd name="connsiteY588" fmla="*/ 66935 h 84574"/>
                  <a:gd name="connsiteX589" fmla="*/ 9666 w 1179211"/>
                  <a:gd name="connsiteY589" fmla="*/ 54128 h 84574"/>
                  <a:gd name="connsiteX590" fmla="*/ 9666 w 1179211"/>
                  <a:gd name="connsiteY590" fmla="*/ 5799 h 84574"/>
                  <a:gd name="connsiteX591" fmla="*/ 0 w 1179211"/>
                  <a:gd name="connsiteY591" fmla="*/ 5799 h 84574"/>
                  <a:gd name="connsiteX592" fmla="*/ 0 w 1179211"/>
                  <a:gd name="connsiteY592" fmla="*/ 54853 h 84574"/>
                  <a:gd name="connsiteX593" fmla="*/ 7733 w 1179211"/>
                  <a:gd name="connsiteY593" fmla="*/ 79500 h 84574"/>
                  <a:gd name="connsiteX594" fmla="*/ 30689 w 1179211"/>
                  <a:gd name="connsiteY594" fmla="*/ 86749 h 84574"/>
                  <a:gd name="connsiteX595" fmla="*/ 53403 w 1179211"/>
                  <a:gd name="connsiteY595" fmla="*/ 79500 h 84574"/>
                  <a:gd name="connsiteX596" fmla="*/ 60894 w 1179211"/>
                  <a:gd name="connsiteY596" fmla="*/ 54853 h 84574"/>
                  <a:gd name="connsiteX597" fmla="*/ 60894 w 1179211"/>
                  <a:gd name="connsiteY597" fmla="*/ 5799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</a:cxnLst>
                <a:rect l="l" t="t" r="r" b="b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4" name="Freihandform: Form 63">
                <a:extLst>
                  <a:ext uri="{FF2B5EF4-FFF2-40B4-BE49-F238E27FC236}">
                    <a16:creationId xmlns:a16="http://schemas.microsoft.com/office/drawing/2014/main" id="{8EA9E0D8-953E-4386-A47D-85043DF818F8}"/>
                  </a:ext>
                </a:extLst>
              </p:cNvPr>
              <p:cNvSpPr/>
              <p:nvPr/>
            </p:nvSpPr>
            <p:spPr>
              <a:xfrm>
                <a:off x="11569754" y="1219314"/>
                <a:ext cx="152234" cy="132903"/>
              </a:xfrm>
              <a:custGeom>
                <a:avLst/>
                <a:gdLst>
                  <a:gd name="connsiteX0" fmla="*/ 0 w 152234"/>
                  <a:gd name="connsiteY0" fmla="*/ 134353 h 132902"/>
                  <a:gd name="connsiteX1" fmla="*/ 84816 w 152234"/>
                  <a:gd name="connsiteY1" fmla="*/ 134353 h 132902"/>
                  <a:gd name="connsiteX2" fmla="*/ 152234 w 152234"/>
                  <a:gd name="connsiteY2" fmla="*/ 67176 h 132902"/>
                  <a:gd name="connsiteX3" fmla="*/ 84816 w 152234"/>
                  <a:gd name="connsiteY3" fmla="*/ 0 h 132902"/>
                  <a:gd name="connsiteX4" fmla="*/ 0 w 152234"/>
                  <a:gd name="connsiteY4" fmla="*/ 0 h 132902"/>
                  <a:gd name="connsiteX5" fmla="*/ 0 w 152234"/>
                  <a:gd name="connsiteY5" fmla="*/ 134353 h 132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</p:grpSp>
      <p:sp>
        <p:nvSpPr>
          <p:cNvPr id="39" name="Textplatzhalter 3">
            <a:extLst>
              <a:ext uri="{FF2B5EF4-FFF2-40B4-BE49-F238E27FC236}">
                <a16:creationId xmlns:a16="http://schemas.microsoft.com/office/drawing/2014/main" id="{B5D41B38-F074-CA45-A2A6-6B6A14B25E0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25578" y="1089025"/>
            <a:ext cx="399772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22271488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 + zwei Bilder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uppieren 54">
            <a:extLst>
              <a:ext uri="{FF2B5EF4-FFF2-40B4-BE49-F238E27FC236}">
                <a16:creationId xmlns:a16="http://schemas.microsoft.com/office/drawing/2014/main" id="{CBB2739F-531B-406E-B9AE-7F5955A4C086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  <a:solidFill>
            <a:schemeClr val="tx2"/>
          </a:solidFill>
        </p:grpSpPr>
        <p:sp>
          <p:nvSpPr>
            <p:cNvPr id="56" name="bk object 18">
              <a:extLst>
                <a:ext uri="{FF2B5EF4-FFF2-40B4-BE49-F238E27FC236}">
                  <a16:creationId xmlns:a16="http://schemas.microsoft.com/office/drawing/2014/main" id="{10BD749C-F32D-4FA0-8B2F-E4376F4459C1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bk object 18">
              <a:extLst>
                <a:ext uri="{FF2B5EF4-FFF2-40B4-BE49-F238E27FC236}">
                  <a16:creationId xmlns:a16="http://schemas.microsoft.com/office/drawing/2014/main" id="{75AD1741-5FE5-4A33-9577-F1F4588F6C91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Holder 3">
              <a:extLst>
                <a:ext uri="{FF2B5EF4-FFF2-40B4-BE49-F238E27FC236}">
                  <a16:creationId xmlns:a16="http://schemas.microsoft.com/office/drawing/2014/main" id="{BF81CE3E-1239-4D0D-8337-4AABB0EB94B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  <a:grpFill/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5327C6-E598-4991-AB22-BE7A8B83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581514-8A34-423E-AF48-23D40C9B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44" name="Titel 1">
            <a:extLst>
              <a:ext uri="{FF2B5EF4-FFF2-40B4-BE49-F238E27FC236}">
                <a16:creationId xmlns:a16="http://schemas.microsoft.com/office/drawing/2014/main" id="{A4C0BC30-E626-4EC3-B52E-EC6CECC18B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5579" y="330910"/>
            <a:ext cx="2727787" cy="452322"/>
          </a:xfrm>
        </p:spPr>
        <p:txBody>
          <a:bodyPr/>
          <a:lstStyle/>
          <a:p>
            <a:r>
              <a:rPr lang="de-DE" dirty="0"/>
              <a:t>Inhalt + 2 Bilder</a:t>
            </a:r>
          </a:p>
        </p:txBody>
      </p: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C79038B0-AD42-42B7-8D15-303CEBA1DC4C}"/>
              </a:ext>
            </a:extLst>
          </p:cNvPr>
          <p:cNvCxnSpPr>
            <a:cxnSpLocks/>
          </p:cNvCxnSpPr>
          <p:nvPr userDrawn="1"/>
        </p:nvCxnSpPr>
        <p:spPr>
          <a:xfrm>
            <a:off x="4625975" y="974732"/>
            <a:ext cx="2727391" cy="0"/>
          </a:xfrm>
          <a:prstGeom prst="line">
            <a:avLst/>
          </a:prstGeom>
          <a:ln w="19050">
            <a:solidFill>
              <a:srgbClr val="CCD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D9464C44-AFA3-4DC5-AA03-2798F14ED87B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4276259" cy="2431145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BE691ED2-3E52-4E4A-9F7C-C8A1129667C6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0" y="2493863"/>
            <a:ext cx="4276259" cy="2421037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49" name="Textplatzhalter 6">
            <a:extLst>
              <a:ext uri="{FF2B5EF4-FFF2-40B4-BE49-F238E27FC236}">
                <a16:creationId xmlns:a16="http://schemas.microsoft.com/office/drawing/2014/main" id="{7826728D-0439-4A76-A6FC-AAE7B4BDFA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25578" y="1422400"/>
            <a:ext cx="4000268" cy="3487738"/>
          </a:xfrm>
        </p:spPr>
        <p:txBody>
          <a:bodyPr>
            <a:noAutofit/>
          </a:bodyPr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grpSp>
        <p:nvGrpSpPr>
          <p:cNvPr id="43" name="Grafik 9">
            <a:extLst>
              <a:ext uri="{FF2B5EF4-FFF2-40B4-BE49-F238E27FC236}">
                <a16:creationId xmlns:a16="http://schemas.microsoft.com/office/drawing/2014/main" id="{076F09CB-2CC2-4309-BDB1-67804947A214}"/>
              </a:ext>
            </a:extLst>
          </p:cNvPr>
          <p:cNvGrpSpPr/>
          <p:nvPr userDrawn="1"/>
        </p:nvGrpSpPr>
        <p:grpSpPr>
          <a:xfrm>
            <a:off x="7741437" y="394294"/>
            <a:ext cx="1049330" cy="621121"/>
            <a:chOff x="10321916" y="525077"/>
            <a:chExt cx="1399106" cy="827140"/>
          </a:xfrm>
          <a:solidFill>
            <a:schemeClr val="accent1"/>
          </a:solidFill>
        </p:grpSpPr>
        <p:grpSp>
          <p:nvGrpSpPr>
            <p:cNvPr id="45" name="Grafik 9">
              <a:extLst>
                <a:ext uri="{FF2B5EF4-FFF2-40B4-BE49-F238E27FC236}">
                  <a16:creationId xmlns:a16="http://schemas.microsoft.com/office/drawing/2014/main" id="{AE4D5FB2-1354-4A1C-9AC6-94BA47AFA657}"/>
                </a:ext>
              </a:extLst>
            </p:cNvPr>
            <p:cNvGrpSpPr/>
            <p:nvPr/>
          </p:nvGrpSpPr>
          <p:grpSpPr>
            <a:xfrm>
              <a:off x="10321916" y="525077"/>
              <a:ext cx="1179212" cy="575107"/>
              <a:chOff x="10321916" y="525077"/>
              <a:chExt cx="1179212" cy="575107"/>
            </a:xfrm>
            <a:solidFill>
              <a:schemeClr val="accent1"/>
            </a:solidFill>
          </p:grpSpPr>
          <p:sp>
            <p:nvSpPr>
              <p:cNvPr id="70" name="Freihandform: Form 69">
                <a:extLst>
                  <a:ext uri="{FF2B5EF4-FFF2-40B4-BE49-F238E27FC236}">
                    <a16:creationId xmlns:a16="http://schemas.microsoft.com/office/drawing/2014/main" id="{FE59B463-359E-41D0-BD04-1F9F20933BC7}"/>
                  </a:ext>
                </a:extLst>
              </p:cNvPr>
              <p:cNvSpPr/>
              <p:nvPr/>
            </p:nvSpPr>
            <p:spPr>
              <a:xfrm>
                <a:off x="11143981" y="639857"/>
                <a:ext cx="357630" cy="357630"/>
              </a:xfrm>
              <a:custGeom>
                <a:avLst/>
                <a:gdLst>
                  <a:gd name="connsiteX0" fmla="*/ 358113 w 357629"/>
                  <a:gd name="connsiteY0" fmla="*/ 0 h 357629"/>
                  <a:gd name="connsiteX1" fmla="*/ 358113 w 357629"/>
                  <a:gd name="connsiteY1" fmla="*/ 179540 h 357629"/>
                  <a:gd name="connsiteX2" fmla="*/ 179057 w 357629"/>
                  <a:gd name="connsiteY2" fmla="*/ 359080 h 357629"/>
                  <a:gd name="connsiteX3" fmla="*/ 0 w 357629"/>
                  <a:gd name="connsiteY3" fmla="*/ 179540 h 357629"/>
                  <a:gd name="connsiteX4" fmla="*/ 0 w 357629"/>
                  <a:gd name="connsiteY4" fmla="*/ 0 h 357629"/>
                  <a:gd name="connsiteX5" fmla="*/ 90857 w 357629"/>
                  <a:gd name="connsiteY5" fmla="*/ 0 h 357629"/>
                  <a:gd name="connsiteX6" fmla="*/ 90857 w 357629"/>
                  <a:gd name="connsiteY6" fmla="*/ 171807 h 357629"/>
                  <a:gd name="connsiteX7" fmla="*/ 179057 w 357629"/>
                  <a:gd name="connsiteY7" fmla="*/ 265323 h 357629"/>
                  <a:gd name="connsiteX8" fmla="*/ 267256 w 357629"/>
                  <a:gd name="connsiteY8" fmla="*/ 171807 h 357629"/>
                  <a:gd name="connsiteX9" fmla="*/ 267256 w 357629"/>
                  <a:gd name="connsiteY9" fmla="*/ 0 h 357629"/>
                  <a:gd name="connsiteX10" fmla="*/ 358113 w 357629"/>
                  <a:gd name="connsiteY10" fmla="*/ 0 h 35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1" name="Freihandform: Form 70">
                <a:extLst>
                  <a:ext uri="{FF2B5EF4-FFF2-40B4-BE49-F238E27FC236}">
                    <a16:creationId xmlns:a16="http://schemas.microsoft.com/office/drawing/2014/main" id="{0FB2DBB2-6B23-44DE-BAFF-BA7815BDA3A9}"/>
                  </a:ext>
                </a:extLst>
              </p:cNvPr>
              <p:cNvSpPr/>
              <p:nvPr/>
            </p:nvSpPr>
            <p:spPr>
              <a:xfrm>
                <a:off x="10321916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2" name="Freihandform: Form 71">
                <a:extLst>
                  <a:ext uri="{FF2B5EF4-FFF2-40B4-BE49-F238E27FC236}">
                    <a16:creationId xmlns:a16="http://schemas.microsoft.com/office/drawing/2014/main" id="{0F2E9D98-4AD9-4DB8-99C6-0DF7955D45BD}"/>
                  </a:ext>
                </a:extLst>
              </p:cNvPr>
              <p:cNvSpPr/>
              <p:nvPr/>
            </p:nvSpPr>
            <p:spPr>
              <a:xfrm>
                <a:off x="10734399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3" name="Freihandform: Form 72">
                <a:extLst>
                  <a:ext uri="{FF2B5EF4-FFF2-40B4-BE49-F238E27FC236}">
                    <a16:creationId xmlns:a16="http://schemas.microsoft.com/office/drawing/2014/main" id="{D351D8E0-4F29-4BBF-9D49-14AAEB93E919}"/>
                  </a:ext>
                </a:extLst>
              </p:cNvPr>
              <p:cNvSpPr/>
              <p:nvPr/>
            </p:nvSpPr>
            <p:spPr>
              <a:xfrm>
                <a:off x="104640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4" name="Freihandform: Form 73">
                <a:extLst>
                  <a:ext uri="{FF2B5EF4-FFF2-40B4-BE49-F238E27FC236}">
                    <a16:creationId xmlns:a16="http://schemas.microsoft.com/office/drawing/2014/main" id="{DCB72BFE-8B60-40AD-87F8-487863D43F75}"/>
                  </a:ext>
                </a:extLst>
              </p:cNvPr>
              <p:cNvSpPr/>
              <p:nvPr/>
            </p:nvSpPr>
            <p:spPr>
              <a:xfrm>
                <a:off x="10610678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5" name="Freihandform: Form 74">
                <a:extLst>
                  <a:ext uri="{FF2B5EF4-FFF2-40B4-BE49-F238E27FC236}">
                    <a16:creationId xmlns:a16="http://schemas.microsoft.com/office/drawing/2014/main" id="{52E0BA5A-CC65-4BB8-81BB-4CB15A4D8CF1}"/>
                  </a:ext>
                </a:extLst>
              </p:cNvPr>
              <p:cNvSpPr/>
              <p:nvPr/>
            </p:nvSpPr>
            <p:spPr>
              <a:xfrm>
                <a:off x="109497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46" name="Freihandform: Form 45">
              <a:extLst>
                <a:ext uri="{FF2B5EF4-FFF2-40B4-BE49-F238E27FC236}">
                  <a16:creationId xmlns:a16="http://schemas.microsoft.com/office/drawing/2014/main" id="{359051EF-44DD-407B-AE1C-A76EDF0E837C}"/>
                </a:ext>
              </a:extLst>
            </p:cNvPr>
            <p:cNvSpPr/>
            <p:nvPr/>
          </p:nvSpPr>
          <p:spPr>
            <a:xfrm>
              <a:off x="10322158" y="1089069"/>
              <a:ext cx="57994" cy="77325"/>
            </a:xfrm>
            <a:custGeom>
              <a:avLst/>
              <a:gdLst>
                <a:gd name="connsiteX0" fmla="*/ 49053 w 57994"/>
                <a:gd name="connsiteY0" fmla="*/ 0 h 77325"/>
                <a:gd name="connsiteX1" fmla="*/ 49053 w 57994"/>
                <a:gd name="connsiteY1" fmla="*/ 34071 h 77325"/>
                <a:gd name="connsiteX2" fmla="*/ 10149 w 57994"/>
                <a:gd name="connsiteY2" fmla="*/ 34071 h 77325"/>
                <a:gd name="connsiteX3" fmla="*/ 10149 w 57994"/>
                <a:gd name="connsiteY3" fmla="*/ 0 h 77325"/>
                <a:gd name="connsiteX4" fmla="*/ 0 w 57994"/>
                <a:gd name="connsiteY4" fmla="*/ 0 h 77325"/>
                <a:gd name="connsiteX5" fmla="*/ 0 w 57994"/>
                <a:gd name="connsiteY5" fmla="*/ 78292 h 77325"/>
                <a:gd name="connsiteX6" fmla="*/ 10149 w 57994"/>
                <a:gd name="connsiteY6" fmla="*/ 78292 h 77325"/>
                <a:gd name="connsiteX7" fmla="*/ 10149 w 57994"/>
                <a:gd name="connsiteY7" fmla="*/ 40837 h 77325"/>
                <a:gd name="connsiteX8" fmla="*/ 49053 w 57994"/>
                <a:gd name="connsiteY8" fmla="*/ 40837 h 77325"/>
                <a:gd name="connsiteX9" fmla="*/ 49053 w 57994"/>
                <a:gd name="connsiteY9" fmla="*/ 78292 h 77325"/>
                <a:gd name="connsiteX10" fmla="*/ 58961 w 57994"/>
                <a:gd name="connsiteY10" fmla="*/ 78292 h 77325"/>
                <a:gd name="connsiteX11" fmla="*/ 58961 w 57994"/>
                <a:gd name="connsiteY11" fmla="*/ 0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47" name="Freihandform: Form 46">
              <a:extLst>
                <a:ext uri="{FF2B5EF4-FFF2-40B4-BE49-F238E27FC236}">
                  <a16:creationId xmlns:a16="http://schemas.microsoft.com/office/drawing/2014/main" id="{C0514696-52F1-48B2-96C8-A3E4798980DC}"/>
                </a:ext>
              </a:extLst>
            </p:cNvPr>
            <p:cNvSpPr/>
            <p:nvPr/>
          </p:nvSpPr>
          <p:spPr>
            <a:xfrm>
              <a:off x="10399483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6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50" name="Freihandform: Form 49">
              <a:extLst>
                <a:ext uri="{FF2B5EF4-FFF2-40B4-BE49-F238E27FC236}">
                  <a16:creationId xmlns:a16="http://schemas.microsoft.com/office/drawing/2014/main" id="{E0DDF57D-AA32-45B9-BDC9-86A24A39DB9E}"/>
                </a:ext>
              </a:extLst>
            </p:cNvPr>
            <p:cNvSpPr/>
            <p:nvPr/>
          </p:nvSpPr>
          <p:spPr>
            <a:xfrm>
              <a:off x="104654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51" name="Grafik 9">
              <a:extLst>
                <a:ext uri="{FF2B5EF4-FFF2-40B4-BE49-F238E27FC236}">
                  <a16:creationId xmlns:a16="http://schemas.microsoft.com/office/drawing/2014/main" id="{E7679A7C-9589-4CF8-9F8D-7E3A97D84278}"/>
                </a:ext>
              </a:extLst>
            </p:cNvPr>
            <p:cNvGrpSpPr/>
            <p:nvPr/>
          </p:nvGrpSpPr>
          <p:grpSpPr>
            <a:xfrm>
              <a:off x="10496140" y="1110575"/>
              <a:ext cx="101490" cy="55578"/>
              <a:chOff x="10496140" y="1110575"/>
              <a:chExt cx="101490" cy="55578"/>
            </a:xfrm>
            <a:solidFill>
              <a:srgbClr val="000000"/>
            </a:solidFill>
          </p:grpSpPr>
          <p:sp>
            <p:nvSpPr>
              <p:cNvPr id="68" name="Freihandform: Form 67">
                <a:extLst>
                  <a:ext uri="{FF2B5EF4-FFF2-40B4-BE49-F238E27FC236}">
                    <a16:creationId xmlns:a16="http://schemas.microsoft.com/office/drawing/2014/main" id="{C32EB792-112B-4098-B905-0403E3AB3D3B}"/>
                  </a:ext>
                </a:extLst>
              </p:cNvPr>
              <p:cNvSpPr/>
              <p:nvPr/>
            </p:nvSpPr>
            <p:spPr>
              <a:xfrm>
                <a:off x="104961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9" name="Freihandform: Form 68">
                <a:extLst>
                  <a:ext uri="{FF2B5EF4-FFF2-40B4-BE49-F238E27FC236}">
                    <a16:creationId xmlns:a16="http://schemas.microsoft.com/office/drawing/2014/main" id="{2364557F-298E-4BF1-8A6D-06EF159C2726}"/>
                  </a:ext>
                </a:extLst>
              </p:cNvPr>
              <p:cNvSpPr/>
              <p:nvPr/>
            </p:nvSpPr>
            <p:spPr>
              <a:xfrm>
                <a:off x="10562833" y="1110816"/>
                <a:ext cx="33830" cy="55578"/>
              </a:xfrm>
              <a:custGeom>
                <a:avLst/>
                <a:gdLst>
                  <a:gd name="connsiteX0" fmla="*/ 1208 w 33829"/>
                  <a:gd name="connsiteY0" fmla="*/ 56544 h 55577"/>
                  <a:gd name="connsiteX1" fmla="*/ 10632 w 33829"/>
                  <a:gd name="connsiteY1" fmla="*/ 56544 h 55577"/>
                  <a:gd name="connsiteX2" fmla="*/ 10632 w 33829"/>
                  <a:gd name="connsiteY2" fmla="*/ 29964 h 55577"/>
                  <a:gd name="connsiteX3" fmla="*/ 10874 w 33829"/>
                  <a:gd name="connsiteY3" fmla="*/ 24406 h 55577"/>
                  <a:gd name="connsiteX4" fmla="*/ 11599 w 33829"/>
                  <a:gd name="connsiteY4" fmla="*/ 19090 h 55577"/>
                  <a:gd name="connsiteX5" fmla="*/ 15707 w 33829"/>
                  <a:gd name="connsiteY5" fmla="*/ 10391 h 55577"/>
                  <a:gd name="connsiteX6" fmla="*/ 21748 w 33829"/>
                  <a:gd name="connsiteY6" fmla="*/ 7008 h 55577"/>
                  <a:gd name="connsiteX7" fmla="*/ 27789 w 33829"/>
                  <a:gd name="connsiteY7" fmla="*/ 13049 h 55577"/>
                  <a:gd name="connsiteX8" fmla="*/ 36005 w 33829"/>
                  <a:gd name="connsiteY8" fmla="*/ 10149 h 55577"/>
                  <a:gd name="connsiteX9" fmla="*/ 34796 w 33829"/>
                  <a:gd name="connsiteY9" fmla="*/ 5316 h 55577"/>
                  <a:gd name="connsiteX10" fmla="*/ 32380 w 33829"/>
                  <a:gd name="connsiteY10" fmla="*/ 2175 h 55577"/>
                  <a:gd name="connsiteX11" fmla="*/ 28997 w 33829"/>
                  <a:gd name="connsiteY11" fmla="*/ 483 h 55577"/>
                  <a:gd name="connsiteX12" fmla="*/ 25614 w 33829"/>
                  <a:gd name="connsiteY12" fmla="*/ 0 h 55577"/>
                  <a:gd name="connsiteX13" fmla="*/ 16915 w 33829"/>
                  <a:gd name="connsiteY13" fmla="*/ 2658 h 55577"/>
                  <a:gd name="connsiteX14" fmla="*/ 10632 w 33829"/>
                  <a:gd name="connsiteY14" fmla="*/ 10149 h 55577"/>
                  <a:gd name="connsiteX15" fmla="*/ 9424 w 33829"/>
                  <a:gd name="connsiteY15" fmla="*/ 483 h 55577"/>
                  <a:gd name="connsiteX16" fmla="*/ 0 w 33829"/>
                  <a:gd name="connsiteY16" fmla="*/ 1450 h 55577"/>
                  <a:gd name="connsiteX17" fmla="*/ 242 w 33829"/>
                  <a:gd name="connsiteY17" fmla="*/ 3625 h 55577"/>
                  <a:gd name="connsiteX18" fmla="*/ 725 w 33829"/>
                  <a:gd name="connsiteY18" fmla="*/ 7249 h 55577"/>
                  <a:gd name="connsiteX19" fmla="*/ 967 w 33829"/>
                  <a:gd name="connsiteY19" fmla="*/ 11357 h 55577"/>
                  <a:gd name="connsiteX20" fmla="*/ 1208 w 33829"/>
                  <a:gd name="connsiteY20" fmla="*/ 15465 h 55577"/>
                  <a:gd name="connsiteX21" fmla="*/ 1208 w 33829"/>
                  <a:gd name="connsiteY21" fmla="*/ 56544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52" name="Freihandform: Form 51">
              <a:extLst>
                <a:ext uri="{FF2B5EF4-FFF2-40B4-BE49-F238E27FC236}">
                  <a16:creationId xmlns:a16="http://schemas.microsoft.com/office/drawing/2014/main" id="{9C8A17D1-D5DE-42B7-8090-E7E649D8A805}"/>
                </a:ext>
              </a:extLst>
            </p:cNvPr>
            <p:cNvSpPr/>
            <p:nvPr/>
          </p:nvSpPr>
          <p:spPr>
            <a:xfrm>
              <a:off x="10612128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53" name="Grafik 9">
              <a:extLst>
                <a:ext uri="{FF2B5EF4-FFF2-40B4-BE49-F238E27FC236}">
                  <a16:creationId xmlns:a16="http://schemas.microsoft.com/office/drawing/2014/main" id="{36D757E1-23B8-4B97-B880-F711EC0DB08D}"/>
                </a:ext>
              </a:extLst>
            </p:cNvPr>
            <p:cNvGrpSpPr/>
            <p:nvPr/>
          </p:nvGrpSpPr>
          <p:grpSpPr>
            <a:xfrm>
              <a:off x="10639675" y="1081336"/>
              <a:ext cx="106322" cy="86991"/>
              <a:chOff x="10639675" y="1081336"/>
              <a:chExt cx="106322" cy="86991"/>
            </a:xfrm>
            <a:solidFill>
              <a:srgbClr val="000000"/>
            </a:solidFill>
          </p:grpSpPr>
          <p:sp>
            <p:nvSpPr>
              <p:cNvPr id="66" name="Freihandform: Form 65">
                <a:extLst>
                  <a:ext uri="{FF2B5EF4-FFF2-40B4-BE49-F238E27FC236}">
                    <a16:creationId xmlns:a16="http://schemas.microsoft.com/office/drawing/2014/main" id="{E1960764-ED10-4D2C-88D0-696068264BC5}"/>
                  </a:ext>
                </a:extLst>
              </p:cNvPr>
              <p:cNvSpPr/>
              <p:nvPr/>
            </p:nvSpPr>
            <p:spPr>
              <a:xfrm>
                <a:off x="10639675" y="1110575"/>
                <a:ext cx="45912" cy="57994"/>
              </a:xfrm>
              <a:custGeom>
                <a:avLst/>
                <a:gdLst>
                  <a:gd name="connsiteX0" fmla="*/ 41804 w 45911"/>
                  <a:gd name="connsiteY0" fmla="*/ 44462 h 57994"/>
                  <a:gd name="connsiteX1" fmla="*/ 33830 w 45911"/>
                  <a:gd name="connsiteY1" fmla="*/ 50261 h 57994"/>
                  <a:gd name="connsiteX2" fmla="*/ 26581 w 45911"/>
                  <a:gd name="connsiteY2" fmla="*/ 51711 h 57994"/>
                  <a:gd name="connsiteX3" fmla="*/ 18848 w 45911"/>
                  <a:gd name="connsiteY3" fmla="*/ 50020 h 57994"/>
                  <a:gd name="connsiteX4" fmla="*/ 13774 w 45911"/>
                  <a:gd name="connsiteY4" fmla="*/ 45187 h 57994"/>
                  <a:gd name="connsiteX5" fmla="*/ 11116 w 45911"/>
                  <a:gd name="connsiteY5" fmla="*/ 38179 h 57994"/>
                  <a:gd name="connsiteX6" fmla="*/ 10391 w 45911"/>
                  <a:gd name="connsiteY6" fmla="*/ 30205 h 57994"/>
                  <a:gd name="connsiteX7" fmla="*/ 11357 w 45911"/>
                  <a:gd name="connsiteY7" fmla="*/ 21748 h 57994"/>
                  <a:gd name="connsiteX8" fmla="*/ 14257 w 45911"/>
                  <a:gd name="connsiteY8" fmla="*/ 14015 h 57994"/>
                  <a:gd name="connsiteX9" fmla="*/ 19331 w 45911"/>
                  <a:gd name="connsiteY9" fmla="*/ 8457 h 57994"/>
                  <a:gd name="connsiteX10" fmla="*/ 26822 w 45911"/>
                  <a:gd name="connsiteY10" fmla="*/ 6283 h 57994"/>
                  <a:gd name="connsiteX11" fmla="*/ 34555 w 45911"/>
                  <a:gd name="connsiteY11" fmla="*/ 7733 h 57994"/>
                  <a:gd name="connsiteX12" fmla="*/ 39629 w 45911"/>
                  <a:gd name="connsiteY12" fmla="*/ 11599 h 57994"/>
                  <a:gd name="connsiteX13" fmla="*/ 44462 w 45911"/>
                  <a:gd name="connsiteY13" fmla="*/ 4350 h 57994"/>
                  <a:gd name="connsiteX14" fmla="*/ 36488 w 45911"/>
                  <a:gd name="connsiteY14" fmla="*/ 967 h 57994"/>
                  <a:gd name="connsiteX15" fmla="*/ 28030 w 45911"/>
                  <a:gd name="connsiteY15" fmla="*/ 0 h 57994"/>
                  <a:gd name="connsiteX16" fmla="*/ 16432 w 45911"/>
                  <a:gd name="connsiteY16" fmla="*/ 2175 h 57994"/>
                  <a:gd name="connsiteX17" fmla="*/ 7491 w 45911"/>
                  <a:gd name="connsiteY17" fmla="*/ 8216 h 57994"/>
                  <a:gd name="connsiteX18" fmla="*/ 1933 w 45911"/>
                  <a:gd name="connsiteY18" fmla="*/ 17640 h 57994"/>
                  <a:gd name="connsiteX19" fmla="*/ 0 w 45911"/>
                  <a:gd name="connsiteY19" fmla="*/ 29722 h 57994"/>
                  <a:gd name="connsiteX20" fmla="*/ 7008 w 45911"/>
                  <a:gd name="connsiteY20" fmla="*/ 50986 h 57994"/>
                  <a:gd name="connsiteX21" fmla="*/ 26581 w 45911"/>
                  <a:gd name="connsiteY21" fmla="*/ 58236 h 57994"/>
                  <a:gd name="connsiteX22" fmla="*/ 31172 w 45911"/>
                  <a:gd name="connsiteY22" fmla="*/ 57752 h 57994"/>
                  <a:gd name="connsiteX23" fmla="*/ 36246 w 45911"/>
                  <a:gd name="connsiteY23" fmla="*/ 56303 h 57994"/>
                  <a:gd name="connsiteX24" fmla="*/ 41321 w 45911"/>
                  <a:gd name="connsiteY24" fmla="*/ 53403 h 57994"/>
                  <a:gd name="connsiteX25" fmla="*/ 46154 w 45911"/>
                  <a:gd name="connsiteY25" fmla="*/ 48328 h 57994"/>
                  <a:gd name="connsiteX26" fmla="*/ 41804 w 45911"/>
                  <a:gd name="connsiteY26" fmla="*/ 44462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7" name="Freihandform: Form 66">
                <a:extLst>
                  <a:ext uri="{FF2B5EF4-FFF2-40B4-BE49-F238E27FC236}">
                    <a16:creationId xmlns:a16="http://schemas.microsoft.com/office/drawing/2014/main" id="{E6C9C067-792C-4C17-A5B3-D48C1665DD24}"/>
                  </a:ext>
                </a:extLst>
              </p:cNvPr>
              <p:cNvSpPr/>
              <p:nvPr/>
            </p:nvSpPr>
            <p:spPr>
              <a:xfrm>
                <a:off x="10699360" y="1081336"/>
                <a:ext cx="45912" cy="84575"/>
              </a:xfrm>
              <a:custGeom>
                <a:avLst/>
                <a:gdLst>
                  <a:gd name="connsiteX0" fmla="*/ 9907 w 45911"/>
                  <a:gd name="connsiteY0" fmla="*/ 0 h 84574"/>
                  <a:gd name="connsiteX1" fmla="*/ 0 w 45911"/>
                  <a:gd name="connsiteY1" fmla="*/ 0 h 84574"/>
                  <a:gd name="connsiteX2" fmla="*/ 0 w 45911"/>
                  <a:gd name="connsiteY2" fmla="*/ 86266 h 84574"/>
                  <a:gd name="connsiteX3" fmla="*/ 9907 w 45911"/>
                  <a:gd name="connsiteY3" fmla="*/ 86266 h 84574"/>
                  <a:gd name="connsiteX4" fmla="*/ 9907 w 45911"/>
                  <a:gd name="connsiteY4" fmla="*/ 55094 h 84574"/>
                  <a:gd name="connsiteX5" fmla="*/ 11116 w 45911"/>
                  <a:gd name="connsiteY5" fmla="*/ 47845 h 84574"/>
                  <a:gd name="connsiteX6" fmla="*/ 14499 w 45911"/>
                  <a:gd name="connsiteY6" fmla="*/ 42046 h 84574"/>
                  <a:gd name="connsiteX7" fmla="*/ 19331 w 45911"/>
                  <a:gd name="connsiteY7" fmla="*/ 38179 h 84574"/>
                  <a:gd name="connsiteX8" fmla="*/ 25614 w 45911"/>
                  <a:gd name="connsiteY8" fmla="*/ 36730 h 84574"/>
                  <a:gd name="connsiteX9" fmla="*/ 31655 w 45911"/>
                  <a:gd name="connsiteY9" fmla="*/ 37696 h 84574"/>
                  <a:gd name="connsiteX10" fmla="*/ 35280 w 45911"/>
                  <a:gd name="connsiteY10" fmla="*/ 40596 h 84574"/>
                  <a:gd name="connsiteX11" fmla="*/ 36971 w 45911"/>
                  <a:gd name="connsiteY11" fmla="*/ 45187 h 84574"/>
                  <a:gd name="connsiteX12" fmla="*/ 37454 w 45911"/>
                  <a:gd name="connsiteY12" fmla="*/ 51470 h 84574"/>
                  <a:gd name="connsiteX13" fmla="*/ 37454 w 45911"/>
                  <a:gd name="connsiteY13" fmla="*/ 86024 h 84574"/>
                  <a:gd name="connsiteX14" fmla="*/ 47362 w 45911"/>
                  <a:gd name="connsiteY14" fmla="*/ 86024 h 84574"/>
                  <a:gd name="connsiteX15" fmla="*/ 47362 w 45911"/>
                  <a:gd name="connsiteY15" fmla="*/ 51470 h 84574"/>
                  <a:gd name="connsiteX16" fmla="*/ 46879 w 45911"/>
                  <a:gd name="connsiteY16" fmla="*/ 43012 h 84574"/>
                  <a:gd name="connsiteX17" fmla="*/ 44704 w 45911"/>
                  <a:gd name="connsiteY17" fmla="*/ 36005 h 84574"/>
                  <a:gd name="connsiteX18" fmla="*/ 38904 w 45911"/>
                  <a:gd name="connsiteY18" fmla="*/ 31172 h 84574"/>
                  <a:gd name="connsiteX19" fmla="*/ 28272 w 45911"/>
                  <a:gd name="connsiteY19" fmla="*/ 29239 h 84574"/>
                  <a:gd name="connsiteX20" fmla="*/ 20781 w 45911"/>
                  <a:gd name="connsiteY20" fmla="*/ 30447 h 84574"/>
                  <a:gd name="connsiteX21" fmla="*/ 15465 w 45911"/>
                  <a:gd name="connsiteY21" fmla="*/ 33347 h 84574"/>
                  <a:gd name="connsiteX22" fmla="*/ 12082 w 45911"/>
                  <a:gd name="connsiteY22" fmla="*/ 36730 h 84574"/>
                  <a:gd name="connsiteX23" fmla="*/ 10149 w 45911"/>
                  <a:gd name="connsiteY23" fmla="*/ 39388 h 84574"/>
                  <a:gd name="connsiteX24" fmla="*/ 10149 w 45911"/>
                  <a:gd name="connsiteY24" fmla="*/ 0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54" name="Freihandform: Form 53">
              <a:extLst>
                <a:ext uri="{FF2B5EF4-FFF2-40B4-BE49-F238E27FC236}">
                  <a16:creationId xmlns:a16="http://schemas.microsoft.com/office/drawing/2014/main" id="{960872F2-485E-4F8B-8FCC-FC63006E79D3}"/>
                </a:ext>
              </a:extLst>
            </p:cNvPr>
            <p:cNvSpPr/>
            <p:nvPr/>
          </p:nvSpPr>
          <p:spPr>
            <a:xfrm>
              <a:off x="10808824" y="1089069"/>
              <a:ext cx="57994" cy="77325"/>
            </a:xfrm>
            <a:custGeom>
              <a:avLst/>
              <a:gdLst>
                <a:gd name="connsiteX0" fmla="*/ 10149 w 57994"/>
                <a:gd name="connsiteY0" fmla="*/ 78292 h 77325"/>
                <a:gd name="connsiteX1" fmla="*/ 10149 w 57994"/>
                <a:gd name="connsiteY1" fmla="*/ 40837 h 77325"/>
                <a:gd name="connsiteX2" fmla="*/ 48812 w 57994"/>
                <a:gd name="connsiteY2" fmla="*/ 40837 h 77325"/>
                <a:gd name="connsiteX3" fmla="*/ 48812 w 57994"/>
                <a:gd name="connsiteY3" fmla="*/ 78292 h 77325"/>
                <a:gd name="connsiteX4" fmla="*/ 58961 w 57994"/>
                <a:gd name="connsiteY4" fmla="*/ 78292 h 77325"/>
                <a:gd name="connsiteX5" fmla="*/ 58961 w 57994"/>
                <a:gd name="connsiteY5" fmla="*/ 0 h 77325"/>
                <a:gd name="connsiteX6" fmla="*/ 48812 w 57994"/>
                <a:gd name="connsiteY6" fmla="*/ 0 h 77325"/>
                <a:gd name="connsiteX7" fmla="*/ 48812 w 57994"/>
                <a:gd name="connsiteY7" fmla="*/ 34071 h 77325"/>
                <a:gd name="connsiteX8" fmla="*/ 10149 w 57994"/>
                <a:gd name="connsiteY8" fmla="*/ 34071 h 77325"/>
                <a:gd name="connsiteX9" fmla="*/ 10149 w 57994"/>
                <a:gd name="connsiteY9" fmla="*/ 0 h 77325"/>
                <a:gd name="connsiteX10" fmla="*/ 0 w 57994"/>
                <a:gd name="connsiteY10" fmla="*/ 0 h 77325"/>
                <a:gd name="connsiteX11" fmla="*/ 0 w 57994"/>
                <a:gd name="connsiteY11" fmla="*/ 78292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59" name="Freihandform: Form 58">
              <a:extLst>
                <a:ext uri="{FF2B5EF4-FFF2-40B4-BE49-F238E27FC236}">
                  <a16:creationId xmlns:a16="http://schemas.microsoft.com/office/drawing/2014/main" id="{4E07D7C9-0535-4673-8091-4F17D0B62650}"/>
                </a:ext>
              </a:extLst>
            </p:cNvPr>
            <p:cNvSpPr/>
            <p:nvPr/>
          </p:nvSpPr>
          <p:spPr>
            <a:xfrm>
              <a:off x="10886391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5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60" name="Freihandform: Form 59">
              <a:extLst>
                <a:ext uri="{FF2B5EF4-FFF2-40B4-BE49-F238E27FC236}">
                  <a16:creationId xmlns:a16="http://schemas.microsoft.com/office/drawing/2014/main" id="{9B0B4093-9FAE-4FEC-9671-D0091528BD5B}"/>
                </a:ext>
              </a:extLst>
            </p:cNvPr>
            <p:cNvSpPr/>
            <p:nvPr/>
          </p:nvSpPr>
          <p:spPr>
            <a:xfrm>
              <a:off x="109511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61" name="Grafik 9">
              <a:extLst>
                <a:ext uri="{FF2B5EF4-FFF2-40B4-BE49-F238E27FC236}">
                  <a16:creationId xmlns:a16="http://schemas.microsoft.com/office/drawing/2014/main" id="{D5D00B8F-439D-4A9C-AC31-D90D9CFAFF16}"/>
                </a:ext>
              </a:extLst>
            </p:cNvPr>
            <p:cNvGrpSpPr/>
            <p:nvPr/>
          </p:nvGrpSpPr>
          <p:grpSpPr>
            <a:xfrm>
              <a:off x="10321916" y="1110575"/>
              <a:ext cx="1399106" cy="241642"/>
              <a:chOff x="10321916" y="1110575"/>
              <a:chExt cx="1399106" cy="241642"/>
            </a:xfrm>
            <a:solidFill>
              <a:schemeClr val="accent1"/>
            </a:solidFill>
          </p:grpSpPr>
          <p:sp>
            <p:nvSpPr>
              <p:cNvPr id="62" name="Freihandform: Form 61">
                <a:extLst>
                  <a:ext uri="{FF2B5EF4-FFF2-40B4-BE49-F238E27FC236}">
                    <a16:creationId xmlns:a16="http://schemas.microsoft.com/office/drawing/2014/main" id="{A0B59116-9AC3-488B-B418-57F05127DD42}"/>
                  </a:ext>
                </a:extLst>
              </p:cNvPr>
              <p:cNvSpPr/>
              <p:nvPr/>
            </p:nvSpPr>
            <p:spPr>
              <a:xfrm>
                <a:off x="109818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3" name="Freihandform: Form 62">
                <a:extLst>
                  <a:ext uri="{FF2B5EF4-FFF2-40B4-BE49-F238E27FC236}">
                    <a16:creationId xmlns:a16="http://schemas.microsoft.com/office/drawing/2014/main" id="{ED6E8E7E-1035-4870-8608-70848BB2B703}"/>
                  </a:ext>
                </a:extLst>
              </p:cNvPr>
              <p:cNvSpPr/>
              <p:nvPr/>
            </p:nvSpPr>
            <p:spPr>
              <a:xfrm>
                <a:off x="11046358" y="1110575"/>
                <a:ext cx="48328" cy="57994"/>
              </a:xfrm>
              <a:custGeom>
                <a:avLst/>
                <a:gdLst>
                  <a:gd name="connsiteX0" fmla="*/ 9907 w 48328"/>
                  <a:gd name="connsiteY0" fmla="*/ 24647 h 57994"/>
                  <a:gd name="connsiteX1" fmla="*/ 11599 w 48328"/>
                  <a:gd name="connsiteY1" fmla="*/ 17640 h 57994"/>
                  <a:gd name="connsiteX2" fmla="*/ 14740 w 48328"/>
                  <a:gd name="connsiteY2" fmla="*/ 11840 h 57994"/>
                  <a:gd name="connsiteX3" fmla="*/ 19331 w 48328"/>
                  <a:gd name="connsiteY3" fmla="*/ 7733 h 57994"/>
                  <a:gd name="connsiteX4" fmla="*/ 25372 w 48328"/>
                  <a:gd name="connsiteY4" fmla="*/ 6283 h 57994"/>
                  <a:gd name="connsiteX5" fmla="*/ 33830 w 48328"/>
                  <a:gd name="connsiteY5" fmla="*/ 10874 h 57994"/>
                  <a:gd name="connsiteX6" fmla="*/ 36971 w 48328"/>
                  <a:gd name="connsiteY6" fmla="*/ 22956 h 57994"/>
                  <a:gd name="connsiteX7" fmla="*/ 36971 w 48328"/>
                  <a:gd name="connsiteY7" fmla="*/ 24889 h 57994"/>
                  <a:gd name="connsiteX8" fmla="*/ 9907 w 48328"/>
                  <a:gd name="connsiteY8" fmla="*/ 24889 h 57994"/>
                  <a:gd name="connsiteX9" fmla="*/ 9666 w 48328"/>
                  <a:gd name="connsiteY9" fmla="*/ 30930 h 57994"/>
                  <a:gd name="connsiteX10" fmla="*/ 47120 w 48328"/>
                  <a:gd name="connsiteY10" fmla="*/ 30930 h 57994"/>
                  <a:gd name="connsiteX11" fmla="*/ 47120 w 48328"/>
                  <a:gd name="connsiteY11" fmla="*/ 25372 h 57994"/>
                  <a:gd name="connsiteX12" fmla="*/ 46154 w 48328"/>
                  <a:gd name="connsiteY12" fmla="*/ 16190 h 57994"/>
                  <a:gd name="connsiteX13" fmla="*/ 42529 w 48328"/>
                  <a:gd name="connsiteY13" fmla="*/ 7974 h 57994"/>
                  <a:gd name="connsiteX14" fmla="*/ 35763 w 48328"/>
                  <a:gd name="connsiteY14" fmla="*/ 2175 h 57994"/>
                  <a:gd name="connsiteX15" fmla="*/ 25131 w 48328"/>
                  <a:gd name="connsiteY15" fmla="*/ 0 h 57994"/>
                  <a:gd name="connsiteX16" fmla="*/ 15223 w 48328"/>
                  <a:gd name="connsiteY16" fmla="*/ 2175 h 57994"/>
                  <a:gd name="connsiteX17" fmla="*/ 7249 w 48328"/>
                  <a:gd name="connsiteY17" fmla="*/ 8216 h 57994"/>
                  <a:gd name="connsiteX18" fmla="*/ 1933 w 48328"/>
                  <a:gd name="connsiteY18" fmla="*/ 17398 h 57994"/>
                  <a:gd name="connsiteX19" fmla="*/ 0 w 48328"/>
                  <a:gd name="connsiteY19" fmla="*/ 29239 h 57994"/>
                  <a:gd name="connsiteX20" fmla="*/ 6766 w 48328"/>
                  <a:gd name="connsiteY20" fmla="*/ 50986 h 57994"/>
                  <a:gd name="connsiteX21" fmla="*/ 26581 w 48328"/>
                  <a:gd name="connsiteY21" fmla="*/ 58477 h 57994"/>
                  <a:gd name="connsiteX22" fmla="*/ 38663 w 48328"/>
                  <a:gd name="connsiteY22" fmla="*/ 55819 h 57994"/>
                  <a:gd name="connsiteX23" fmla="*/ 48328 w 48328"/>
                  <a:gd name="connsiteY23" fmla="*/ 47845 h 57994"/>
                  <a:gd name="connsiteX24" fmla="*/ 44462 w 48328"/>
                  <a:gd name="connsiteY24" fmla="*/ 43737 h 57994"/>
                  <a:gd name="connsiteX25" fmla="*/ 35038 w 48328"/>
                  <a:gd name="connsiteY25" fmla="*/ 50261 h 57994"/>
                  <a:gd name="connsiteX26" fmla="*/ 27306 w 48328"/>
                  <a:gd name="connsiteY26" fmla="*/ 51711 h 57994"/>
                  <a:gd name="connsiteX27" fmla="*/ 14740 w 48328"/>
                  <a:gd name="connsiteY27" fmla="*/ 46395 h 57994"/>
                  <a:gd name="connsiteX28" fmla="*/ 9666 w 48328"/>
                  <a:gd name="connsiteY28" fmla="*/ 30930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4" name="Freihandform: Form 63">
                <a:extLst>
                  <a:ext uri="{FF2B5EF4-FFF2-40B4-BE49-F238E27FC236}">
                    <a16:creationId xmlns:a16="http://schemas.microsoft.com/office/drawing/2014/main" id="{0A256F68-56C7-4D5B-BCCD-3A6858B05732}"/>
                  </a:ext>
                </a:extLst>
              </p:cNvPr>
              <p:cNvSpPr/>
              <p:nvPr/>
            </p:nvSpPr>
            <p:spPr>
              <a:xfrm>
                <a:off x="10321916" y="1217139"/>
                <a:ext cx="1179212" cy="84575"/>
              </a:xfrm>
              <a:custGeom>
                <a:avLst/>
                <a:gdLst>
                  <a:gd name="connsiteX0" fmla="*/ 1181145 w 1179211"/>
                  <a:gd name="connsiteY0" fmla="*/ 2658 h 84574"/>
                  <a:gd name="connsiteX1" fmla="*/ 1176071 w 1179211"/>
                  <a:gd name="connsiteY1" fmla="*/ 725 h 84574"/>
                  <a:gd name="connsiteX2" fmla="*/ 1168580 w 1179211"/>
                  <a:gd name="connsiteY2" fmla="*/ 0 h 84574"/>
                  <a:gd name="connsiteX3" fmla="*/ 1158672 w 1179211"/>
                  <a:gd name="connsiteY3" fmla="*/ 1933 h 84574"/>
                  <a:gd name="connsiteX4" fmla="*/ 1151182 w 1179211"/>
                  <a:gd name="connsiteY4" fmla="*/ 8941 h 84574"/>
                  <a:gd name="connsiteX5" fmla="*/ 1148282 w 1179211"/>
                  <a:gd name="connsiteY5" fmla="*/ 16915 h 84574"/>
                  <a:gd name="connsiteX6" fmla="*/ 1147799 w 1179211"/>
                  <a:gd name="connsiteY6" fmla="*/ 25131 h 84574"/>
                  <a:gd name="connsiteX7" fmla="*/ 1147799 w 1179211"/>
                  <a:gd name="connsiteY7" fmla="*/ 29239 h 84574"/>
                  <a:gd name="connsiteX8" fmla="*/ 1137891 w 1179211"/>
                  <a:gd name="connsiteY8" fmla="*/ 29239 h 84574"/>
                  <a:gd name="connsiteX9" fmla="*/ 1137891 w 1179211"/>
                  <a:gd name="connsiteY9" fmla="*/ 35521 h 84574"/>
                  <a:gd name="connsiteX10" fmla="*/ 1147799 w 1179211"/>
                  <a:gd name="connsiteY10" fmla="*/ 35521 h 84574"/>
                  <a:gd name="connsiteX11" fmla="*/ 1147799 w 1179211"/>
                  <a:gd name="connsiteY11" fmla="*/ 84333 h 84574"/>
                  <a:gd name="connsiteX12" fmla="*/ 1157223 w 1179211"/>
                  <a:gd name="connsiteY12" fmla="*/ 84333 h 84574"/>
                  <a:gd name="connsiteX13" fmla="*/ 1157223 w 1179211"/>
                  <a:gd name="connsiteY13" fmla="*/ 35280 h 84574"/>
                  <a:gd name="connsiteX14" fmla="*/ 1172446 w 1179211"/>
                  <a:gd name="connsiteY14" fmla="*/ 35280 h 84574"/>
                  <a:gd name="connsiteX15" fmla="*/ 1172446 w 1179211"/>
                  <a:gd name="connsiteY15" fmla="*/ 28997 h 84574"/>
                  <a:gd name="connsiteX16" fmla="*/ 1157223 w 1179211"/>
                  <a:gd name="connsiteY16" fmla="*/ 28997 h 84574"/>
                  <a:gd name="connsiteX17" fmla="*/ 1157223 w 1179211"/>
                  <a:gd name="connsiteY17" fmla="*/ 25372 h 84574"/>
                  <a:gd name="connsiteX18" fmla="*/ 1157464 w 1179211"/>
                  <a:gd name="connsiteY18" fmla="*/ 18606 h 84574"/>
                  <a:gd name="connsiteX19" fmla="*/ 1158672 w 1179211"/>
                  <a:gd name="connsiteY19" fmla="*/ 12324 h 84574"/>
                  <a:gd name="connsiteX20" fmla="*/ 1161572 w 1179211"/>
                  <a:gd name="connsiteY20" fmla="*/ 7733 h 84574"/>
                  <a:gd name="connsiteX21" fmla="*/ 1167130 w 1179211"/>
                  <a:gd name="connsiteY21" fmla="*/ 5799 h 84574"/>
                  <a:gd name="connsiteX22" fmla="*/ 1173413 w 1179211"/>
                  <a:gd name="connsiteY22" fmla="*/ 7008 h 84574"/>
                  <a:gd name="connsiteX23" fmla="*/ 1177762 w 1179211"/>
                  <a:gd name="connsiteY23" fmla="*/ 9666 h 84574"/>
                  <a:gd name="connsiteX24" fmla="*/ 1181145 w 1179211"/>
                  <a:gd name="connsiteY24" fmla="*/ 2658 h 84574"/>
                  <a:gd name="connsiteX25" fmla="*/ 1092946 w 1179211"/>
                  <a:gd name="connsiteY25" fmla="*/ 84091 h 84574"/>
                  <a:gd name="connsiteX26" fmla="*/ 1102370 w 1179211"/>
                  <a:gd name="connsiteY26" fmla="*/ 84091 h 84574"/>
                  <a:gd name="connsiteX27" fmla="*/ 1102370 w 1179211"/>
                  <a:gd name="connsiteY27" fmla="*/ 57511 h 84574"/>
                  <a:gd name="connsiteX28" fmla="*/ 1102612 w 1179211"/>
                  <a:gd name="connsiteY28" fmla="*/ 51953 h 84574"/>
                  <a:gd name="connsiteX29" fmla="*/ 1103337 w 1179211"/>
                  <a:gd name="connsiteY29" fmla="*/ 46637 h 84574"/>
                  <a:gd name="connsiteX30" fmla="*/ 1107444 w 1179211"/>
                  <a:gd name="connsiteY30" fmla="*/ 37938 h 84574"/>
                  <a:gd name="connsiteX31" fmla="*/ 1113485 w 1179211"/>
                  <a:gd name="connsiteY31" fmla="*/ 34555 h 84574"/>
                  <a:gd name="connsiteX32" fmla="*/ 1119526 w 1179211"/>
                  <a:gd name="connsiteY32" fmla="*/ 40596 h 84574"/>
                  <a:gd name="connsiteX33" fmla="*/ 1127742 w 1179211"/>
                  <a:gd name="connsiteY33" fmla="*/ 37696 h 84574"/>
                  <a:gd name="connsiteX34" fmla="*/ 1126534 w 1179211"/>
                  <a:gd name="connsiteY34" fmla="*/ 32863 h 84574"/>
                  <a:gd name="connsiteX35" fmla="*/ 1124118 w 1179211"/>
                  <a:gd name="connsiteY35" fmla="*/ 29722 h 84574"/>
                  <a:gd name="connsiteX36" fmla="*/ 1120735 w 1179211"/>
                  <a:gd name="connsiteY36" fmla="*/ 28030 h 84574"/>
                  <a:gd name="connsiteX37" fmla="*/ 1117352 w 1179211"/>
                  <a:gd name="connsiteY37" fmla="*/ 27547 h 84574"/>
                  <a:gd name="connsiteX38" fmla="*/ 1108653 w 1179211"/>
                  <a:gd name="connsiteY38" fmla="*/ 30205 h 84574"/>
                  <a:gd name="connsiteX39" fmla="*/ 1102370 w 1179211"/>
                  <a:gd name="connsiteY39" fmla="*/ 37696 h 84574"/>
                  <a:gd name="connsiteX40" fmla="*/ 1101162 w 1179211"/>
                  <a:gd name="connsiteY40" fmla="*/ 28272 h 84574"/>
                  <a:gd name="connsiteX41" fmla="*/ 1091738 w 1179211"/>
                  <a:gd name="connsiteY41" fmla="*/ 29239 h 84574"/>
                  <a:gd name="connsiteX42" fmla="*/ 1091979 w 1179211"/>
                  <a:gd name="connsiteY42" fmla="*/ 31413 h 84574"/>
                  <a:gd name="connsiteX43" fmla="*/ 1092463 w 1179211"/>
                  <a:gd name="connsiteY43" fmla="*/ 35038 h 84574"/>
                  <a:gd name="connsiteX44" fmla="*/ 1092704 w 1179211"/>
                  <a:gd name="connsiteY44" fmla="*/ 39146 h 84574"/>
                  <a:gd name="connsiteX45" fmla="*/ 1092946 w 1179211"/>
                  <a:gd name="connsiteY45" fmla="*/ 43254 h 84574"/>
                  <a:gd name="connsiteX46" fmla="*/ 1092946 w 1179211"/>
                  <a:gd name="connsiteY46" fmla="*/ 84091 h 84574"/>
                  <a:gd name="connsiteX47" fmla="*/ 1062016 w 1179211"/>
                  <a:gd name="connsiteY47" fmla="*/ 72251 h 84574"/>
                  <a:gd name="connsiteX48" fmla="*/ 1049934 w 1179211"/>
                  <a:gd name="connsiteY48" fmla="*/ 78292 h 84574"/>
                  <a:gd name="connsiteX49" fmla="*/ 1037852 w 1179211"/>
                  <a:gd name="connsiteY49" fmla="*/ 72251 h 84574"/>
                  <a:gd name="connsiteX50" fmla="*/ 1033502 w 1179211"/>
                  <a:gd name="connsiteY50" fmla="*/ 55819 h 84574"/>
                  <a:gd name="connsiteX51" fmla="*/ 1037852 w 1179211"/>
                  <a:gd name="connsiteY51" fmla="*/ 39629 h 84574"/>
                  <a:gd name="connsiteX52" fmla="*/ 1050175 w 1179211"/>
                  <a:gd name="connsiteY52" fmla="*/ 33588 h 84574"/>
                  <a:gd name="connsiteX53" fmla="*/ 1062499 w 1179211"/>
                  <a:gd name="connsiteY53" fmla="*/ 39629 h 84574"/>
                  <a:gd name="connsiteX54" fmla="*/ 1066849 w 1179211"/>
                  <a:gd name="connsiteY54" fmla="*/ 55819 h 84574"/>
                  <a:gd name="connsiteX55" fmla="*/ 1062016 w 1179211"/>
                  <a:gd name="connsiteY55" fmla="*/ 72251 h 84574"/>
                  <a:gd name="connsiteX56" fmla="*/ 1075306 w 1179211"/>
                  <a:gd name="connsiteY56" fmla="*/ 44462 h 84574"/>
                  <a:gd name="connsiteX57" fmla="*/ 1070232 w 1179211"/>
                  <a:gd name="connsiteY57" fmla="*/ 35280 h 84574"/>
                  <a:gd name="connsiteX58" fmla="*/ 1061774 w 1179211"/>
                  <a:gd name="connsiteY58" fmla="*/ 29480 h 84574"/>
                  <a:gd name="connsiteX59" fmla="*/ 1050175 w 1179211"/>
                  <a:gd name="connsiteY59" fmla="*/ 27306 h 84574"/>
                  <a:gd name="connsiteX60" fmla="*/ 1038576 w 1179211"/>
                  <a:gd name="connsiteY60" fmla="*/ 29480 h 84574"/>
                  <a:gd name="connsiteX61" fmla="*/ 1030119 w 1179211"/>
                  <a:gd name="connsiteY61" fmla="*/ 35280 h 84574"/>
                  <a:gd name="connsiteX62" fmla="*/ 1024803 w 1179211"/>
                  <a:gd name="connsiteY62" fmla="*/ 44462 h 84574"/>
                  <a:gd name="connsiteX63" fmla="*/ 1023111 w 1179211"/>
                  <a:gd name="connsiteY63" fmla="*/ 56303 h 84574"/>
                  <a:gd name="connsiteX64" fmla="*/ 1025286 w 1179211"/>
                  <a:gd name="connsiteY64" fmla="*/ 68626 h 84574"/>
                  <a:gd name="connsiteX65" fmla="*/ 1031086 w 1179211"/>
                  <a:gd name="connsiteY65" fmla="*/ 77809 h 84574"/>
                  <a:gd name="connsiteX66" fmla="*/ 1039785 w 1179211"/>
                  <a:gd name="connsiteY66" fmla="*/ 83608 h 84574"/>
                  <a:gd name="connsiteX67" fmla="*/ 1050417 w 1179211"/>
                  <a:gd name="connsiteY67" fmla="*/ 85783 h 84574"/>
                  <a:gd name="connsiteX68" fmla="*/ 1061049 w 1179211"/>
                  <a:gd name="connsiteY68" fmla="*/ 83608 h 84574"/>
                  <a:gd name="connsiteX69" fmla="*/ 1069748 w 1179211"/>
                  <a:gd name="connsiteY69" fmla="*/ 77809 h 84574"/>
                  <a:gd name="connsiteX70" fmla="*/ 1075548 w 1179211"/>
                  <a:gd name="connsiteY70" fmla="*/ 68626 h 84574"/>
                  <a:gd name="connsiteX71" fmla="*/ 1077722 w 1179211"/>
                  <a:gd name="connsiteY71" fmla="*/ 56303 h 84574"/>
                  <a:gd name="connsiteX72" fmla="*/ 1075306 w 1179211"/>
                  <a:gd name="connsiteY72" fmla="*/ 44462 h 84574"/>
                  <a:gd name="connsiteX73" fmla="*/ 998464 w 1179211"/>
                  <a:gd name="connsiteY73" fmla="*/ 84816 h 84574"/>
                  <a:gd name="connsiteX74" fmla="*/ 1007888 w 1179211"/>
                  <a:gd name="connsiteY74" fmla="*/ 83850 h 84574"/>
                  <a:gd name="connsiteX75" fmla="*/ 1007646 w 1179211"/>
                  <a:gd name="connsiteY75" fmla="*/ 81675 h 84574"/>
                  <a:gd name="connsiteX76" fmla="*/ 1007163 w 1179211"/>
                  <a:gd name="connsiteY76" fmla="*/ 78050 h 84574"/>
                  <a:gd name="connsiteX77" fmla="*/ 1006921 w 1179211"/>
                  <a:gd name="connsiteY77" fmla="*/ 73942 h 84574"/>
                  <a:gd name="connsiteX78" fmla="*/ 1006680 w 1179211"/>
                  <a:gd name="connsiteY78" fmla="*/ 69834 h 84574"/>
                  <a:gd name="connsiteX79" fmla="*/ 1006680 w 1179211"/>
                  <a:gd name="connsiteY79" fmla="*/ 483 h 84574"/>
                  <a:gd name="connsiteX80" fmla="*/ 997497 w 1179211"/>
                  <a:gd name="connsiteY80" fmla="*/ 483 h 84574"/>
                  <a:gd name="connsiteX81" fmla="*/ 997497 w 1179211"/>
                  <a:gd name="connsiteY81" fmla="*/ 36730 h 84574"/>
                  <a:gd name="connsiteX82" fmla="*/ 990973 w 1179211"/>
                  <a:gd name="connsiteY82" fmla="*/ 29964 h 84574"/>
                  <a:gd name="connsiteX83" fmla="*/ 980341 w 1179211"/>
                  <a:gd name="connsiteY83" fmla="*/ 27064 h 84574"/>
                  <a:gd name="connsiteX84" fmla="*/ 970675 w 1179211"/>
                  <a:gd name="connsiteY84" fmla="*/ 28997 h 84574"/>
                  <a:gd name="connsiteX85" fmla="*/ 962701 w 1179211"/>
                  <a:gd name="connsiteY85" fmla="*/ 34555 h 84574"/>
                  <a:gd name="connsiteX86" fmla="*/ 957385 w 1179211"/>
                  <a:gd name="connsiteY86" fmla="*/ 43737 h 84574"/>
                  <a:gd name="connsiteX87" fmla="*/ 955452 w 1179211"/>
                  <a:gd name="connsiteY87" fmla="*/ 56544 h 84574"/>
                  <a:gd name="connsiteX88" fmla="*/ 956902 w 1179211"/>
                  <a:gd name="connsiteY88" fmla="*/ 67660 h 84574"/>
                  <a:gd name="connsiteX89" fmla="*/ 961251 w 1179211"/>
                  <a:gd name="connsiteY89" fmla="*/ 76842 h 84574"/>
                  <a:gd name="connsiteX90" fmla="*/ 968742 w 1179211"/>
                  <a:gd name="connsiteY90" fmla="*/ 83125 h 84574"/>
                  <a:gd name="connsiteX91" fmla="*/ 979616 w 1179211"/>
                  <a:gd name="connsiteY91" fmla="*/ 85300 h 84574"/>
                  <a:gd name="connsiteX92" fmla="*/ 986623 w 1179211"/>
                  <a:gd name="connsiteY92" fmla="*/ 84091 h 84574"/>
                  <a:gd name="connsiteX93" fmla="*/ 991698 w 1179211"/>
                  <a:gd name="connsiteY93" fmla="*/ 81433 h 84574"/>
                  <a:gd name="connsiteX94" fmla="*/ 995081 w 1179211"/>
                  <a:gd name="connsiteY94" fmla="*/ 78050 h 84574"/>
                  <a:gd name="connsiteX95" fmla="*/ 997014 w 1179211"/>
                  <a:gd name="connsiteY95" fmla="*/ 74909 h 84574"/>
                  <a:gd name="connsiteX96" fmla="*/ 998464 w 1179211"/>
                  <a:gd name="connsiteY96" fmla="*/ 84816 h 84574"/>
                  <a:gd name="connsiteX97" fmla="*/ 996048 w 1179211"/>
                  <a:gd name="connsiteY97" fmla="*/ 67660 h 84574"/>
                  <a:gd name="connsiteX98" fmla="*/ 991456 w 1179211"/>
                  <a:gd name="connsiteY98" fmla="*/ 74667 h 84574"/>
                  <a:gd name="connsiteX99" fmla="*/ 985657 w 1179211"/>
                  <a:gd name="connsiteY99" fmla="*/ 78050 h 84574"/>
                  <a:gd name="connsiteX100" fmla="*/ 980582 w 1179211"/>
                  <a:gd name="connsiteY100" fmla="*/ 78775 h 84574"/>
                  <a:gd name="connsiteX101" fmla="*/ 974058 w 1179211"/>
                  <a:gd name="connsiteY101" fmla="*/ 77084 h 84574"/>
                  <a:gd name="connsiteX102" fmla="*/ 969467 w 1179211"/>
                  <a:gd name="connsiteY102" fmla="*/ 72493 h 84574"/>
                  <a:gd name="connsiteX103" fmla="*/ 966809 w 1179211"/>
                  <a:gd name="connsiteY103" fmla="*/ 65243 h 84574"/>
                  <a:gd name="connsiteX104" fmla="*/ 965842 w 1179211"/>
                  <a:gd name="connsiteY104" fmla="*/ 56303 h 84574"/>
                  <a:gd name="connsiteX105" fmla="*/ 967051 w 1179211"/>
                  <a:gd name="connsiteY105" fmla="*/ 47362 h 84574"/>
                  <a:gd name="connsiteX106" fmla="*/ 970192 w 1179211"/>
                  <a:gd name="connsiteY106" fmla="*/ 40354 h 84574"/>
                  <a:gd name="connsiteX107" fmla="*/ 975266 w 1179211"/>
                  <a:gd name="connsiteY107" fmla="*/ 36005 h 84574"/>
                  <a:gd name="connsiteX108" fmla="*/ 981549 w 1179211"/>
                  <a:gd name="connsiteY108" fmla="*/ 34555 h 84574"/>
                  <a:gd name="connsiteX109" fmla="*/ 987832 w 1179211"/>
                  <a:gd name="connsiteY109" fmla="*/ 35763 h 84574"/>
                  <a:gd name="connsiteX110" fmla="*/ 992906 w 1179211"/>
                  <a:gd name="connsiteY110" fmla="*/ 39629 h 84574"/>
                  <a:gd name="connsiteX111" fmla="*/ 996531 w 1179211"/>
                  <a:gd name="connsiteY111" fmla="*/ 46395 h 84574"/>
                  <a:gd name="connsiteX112" fmla="*/ 997739 w 1179211"/>
                  <a:gd name="connsiteY112" fmla="*/ 56061 h 84574"/>
                  <a:gd name="connsiteX113" fmla="*/ 996048 w 1179211"/>
                  <a:gd name="connsiteY113" fmla="*/ 67660 h 84574"/>
                  <a:gd name="connsiteX114" fmla="*/ 938537 w 1179211"/>
                  <a:gd name="connsiteY114" fmla="*/ 725 h 84574"/>
                  <a:gd name="connsiteX115" fmla="*/ 928629 w 1179211"/>
                  <a:gd name="connsiteY115" fmla="*/ 725 h 84574"/>
                  <a:gd name="connsiteX116" fmla="*/ 928629 w 1179211"/>
                  <a:gd name="connsiteY116" fmla="*/ 84333 h 84574"/>
                  <a:gd name="connsiteX117" fmla="*/ 938537 w 1179211"/>
                  <a:gd name="connsiteY117" fmla="*/ 84333 h 84574"/>
                  <a:gd name="connsiteX118" fmla="*/ 938537 w 1179211"/>
                  <a:gd name="connsiteY118" fmla="*/ 725 h 84574"/>
                  <a:gd name="connsiteX119" fmla="*/ 897699 w 1179211"/>
                  <a:gd name="connsiteY119" fmla="*/ 38179 h 84574"/>
                  <a:gd name="connsiteX120" fmla="*/ 900841 w 1179211"/>
                  <a:gd name="connsiteY120" fmla="*/ 50262 h 84574"/>
                  <a:gd name="connsiteX121" fmla="*/ 900841 w 1179211"/>
                  <a:gd name="connsiteY121" fmla="*/ 52195 h 84574"/>
                  <a:gd name="connsiteX122" fmla="*/ 873535 w 1179211"/>
                  <a:gd name="connsiteY122" fmla="*/ 52195 h 84574"/>
                  <a:gd name="connsiteX123" fmla="*/ 875227 w 1179211"/>
                  <a:gd name="connsiteY123" fmla="*/ 45187 h 84574"/>
                  <a:gd name="connsiteX124" fmla="*/ 878368 w 1179211"/>
                  <a:gd name="connsiteY124" fmla="*/ 39388 h 84574"/>
                  <a:gd name="connsiteX125" fmla="*/ 882959 w 1179211"/>
                  <a:gd name="connsiteY125" fmla="*/ 35280 h 84574"/>
                  <a:gd name="connsiteX126" fmla="*/ 889000 w 1179211"/>
                  <a:gd name="connsiteY126" fmla="*/ 33830 h 84574"/>
                  <a:gd name="connsiteX127" fmla="*/ 897699 w 1179211"/>
                  <a:gd name="connsiteY127" fmla="*/ 38179 h 84574"/>
                  <a:gd name="connsiteX128" fmla="*/ 910748 w 1179211"/>
                  <a:gd name="connsiteY128" fmla="*/ 58236 h 84574"/>
                  <a:gd name="connsiteX129" fmla="*/ 910748 w 1179211"/>
                  <a:gd name="connsiteY129" fmla="*/ 52678 h 84574"/>
                  <a:gd name="connsiteX130" fmla="*/ 909781 w 1179211"/>
                  <a:gd name="connsiteY130" fmla="*/ 43496 h 84574"/>
                  <a:gd name="connsiteX131" fmla="*/ 906157 w 1179211"/>
                  <a:gd name="connsiteY131" fmla="*/ 35280 h 84574"/>
                  <a:gd name="connsiteX132" fmla="*/ 899391 w 1179211"/>
                  <a:gd name="connsiteY132" fmla="*/ 29480 h 84574"/>
                  <a:gd name="connsiteX133" fmla="*/ 888759 w 1179211"/>
                  <a:gd name="connsiteY133" fmla="*/ 27306 h 84574"/>
                  <a:gd name="connsiteX134" fmla="*/ 878851 w 1179211"/>
                  <a:gd name="connsiteY134" fmla="*/ 29480 h 84574"/>
                  <a:gd name="connsiteX135" fmla="*/ 870877 w 1179211"/>
                  <a:gd name="connsiteY135" fmla="*/ 35521 h 84574"/>
                  <a:gd name="connsiteX136" fmla="*/ 865561 w 1179211"/>
                  <a:gd name="connsiteY136" fmla="*/ 44704 h 84574"/>
                  <a:gd name="connsiteX137" fmla="*/ 863628 w 1179211"/>
                  <a:gd name="connsiteY137" fmla="*/ 56544 h 84574"/>
                  <a:gd name="connsiteX138" fmla="*/ 870394 w 1179211"/>
                  <a:gd name="connsiteY138" fmla="*/ 78292 h 84574"/>
                  <a:gd name="connsiteX139" fmla="*/ 890208 w 1179211"/>
                  <a:gd name="connsiteY139" fmla="*/ 85783 h 84574"/>
                  <a:gd name="connsiteX140" fmla="*/ 902290 w 1179211"/>
                  <a:gd name="connsiteY140" fmla="*/ 83125 h 84574"/>
                  <a:gd name="connsiteX141" fmla="*/ 911956 w 1179211"/>
                  <a:gd name="connsiteY141" fmla="*/ 75151 h 84574"/>
                  <a:gd name="connsiteX142" fmla="*/ 908090 w 1179211"/>
                  <a:gd name="connsiteY142" fmla="*/ 71043 h 84574"/>
                  <a:gd name="connsiteX143" fmla="*/ 898666 w 1179211"/>
                  <a:gd name="connsiteY143" fmla="*/ 77567 h 84574"/>
                  <a:gd name="connsiteX144" fmla="*/ 890933 w 1179211"/>
                  <a:gd name="connsiteY144" fmla="*/ 79017 h 84574"/>
                  <a:gd name="connsiteX145" fmla="*/ 878368 w 1179211"/>
                  <a:gd name="connsiteY145" fmla="*/ 73701 h 84574"/>
                  <a:gd name="connsiteX146" fmla="*/ 873777 w 1179211"/>
                  <a:gd name="connsiteY146" fmla="*/ 58477 h 84574"/>
                  <a:gd name="connsiteX147" fmla="*/ 910748 w 1179211"/>
                  <a:gd name="connsiteY147" fmla="*/ 58477 h 84574"/>
                  <a:gd name="connsiteX148" fmla="*/ 848404 w 1179211"/>
                  <a:gd name="connsiteY148" fmla="*/ 61377 h 84574"/>
                  <a:gd name="connsiteX149" fmla="*/ 844296 w 1179211"/>
                  <a:gd name="connsiteY149" fmla="*/ 56544 h 84574"/>
                  <a:gd name="connsiteX150" fmla="*/ 838980 w 1179211"/>
                  <a:gd name="connsiteY150" fmla="*/ 53403 h 84574"/>
                  <a:gd name="connsiteX151" fmla="*/ 833181 w 1179211"/>
                  <a:gd name="connsiteY151" fmla="*/ 51470 h 84574"/>
                  <a:gd name="connsiteX152" fmla="*/ 824723 w 1179211"/>
                  <a:gd name="connsiteY152" fmla="*/ 47603 h 84574"/>
                  <a:gd name="connsiteX153" fmla="*/ 821582 w 1179211"/>
                  <a:gd name="connsiteY153" fmla="*/ 40837 h 84574"/>
                  <a:gd name="connsiteX154" fmla="*/ 824482 w 1179211"/>
                  <a:gd name="connsiteY154" fmla="*/ 35280 h 84574"/>
                  <a:gd name="connsiteX155" fmla="*/ 831731 w 1179211"/>
                  <a:gd name="connsiteY155" fmla="*/ 33105 h 84574"/>
                  <a:gd name="connsiteX156" fmla="*/ 838980 w 1179211"/>
                  <a:gd name="connsiteY156" fmla="*/ 34796 h 84574"/>
                  <a:gd name="connsiteX157" fmla="*/ 843572 w 1179211"/>
                  <a:gd name="connsiteY157" fmla="*/ 38421 h 84574"/>
                  <a:gd name="connsiteX158" fmla="*/ 848404 w 1179211"/>
                  <a:gd name="connsiteY158" fmla="*/ 32380 h 84574"/>
                  <a:gd name="connsiteX159" fmla="*/ 842605 w 1179211"/>
                  <a:gd name="connsiteY159" fmla="*/ 28997 h 84574"/>
                  <a:gd name="connsiteX160" fmla="*/ 832214 w 1179211"/>
                  <a:gd name="connsiteY160" fmla="*/ 27306 h 84574"/>
                  <a:gd name="connsiteX161" fmla="*/ 824723 w 1179211"/>
                  <a:gd name="connsiteY161" fmla="*/ 28272 h 84574"/>
                  <a:gd name="connsiteX162" fmla="*/ 818441 w 1179211"/>
                  <a:gd name="connsiteY162" fmla="*/ 31172 h 84574"/>
                  <a:gd name="connsiteX163" fmla="*/ 814091 w 1179211"/>
                  <a:gd name="connsiteY163" fmla="*/ 36005 h 84574"/>
                  <a:gd name="connsiteX164" fmla="*/ 812400 w 1179211"/>
                  <a:gd name="connsiteY164" fmla="*/ 42771 h 84574"/>
                  <a:gd name="connsiteX165" fmla="*/ 813850 w 1179211"/>
                  <a:gd name="connsiteY165" fmla="*/ 50020 h 84574"/>
                  <a:gd name="connsiteX166" fmla="*/ 817716 w 1179211"/>
                  <a:gd name="connsiteY166" fmla="*/ 54853 h 84574"/>
                  <a:gd name="connsiteX167" fmla="*/ 822790 w 1179211"/>
                  <a:gd name="connsiteY167" fmla="*/ 57752 h 84574"/>
                  <a:gd name="connsiteX168" fmla="*/ 828106 w 1179211"/>
                  <a:gd name="connsiteY168" fmla="*/ 59686 h 84574"/>
                  <a:gd name="connsiteX169" fmla="*/ 836564 w 1179211"/>
                  <a:gd name="connsiteY169" fmla="*/ 63310 h 84574"/>
                  <a:gd name="connsiteX170" fmla="*/ 839705 w 1179211"/>
                  <a:gd name="connsiteY170" fmla="*/ 70559 h 84574"/>
                  <a:gd name="connsiteX171" fmla="*/ 837047 w 1179211"/>
                  <a:gd name="connsiteY171" fmla="*/ 77325 h 84574"/>
                  <a:gd name="connsiteX172" fmla="*/ 829556 w 1179211"/>
                  <a:gd name="connsiteY172" fmla="*/ 79742 h 84574"/>
                  <a:gd name="connsiteX173" fmla="*/ 824723 w 1179211"/>
                  <a:gd name="connsiteY173" fmla="*/ 79017 h 84574"/>
                  <a:gd name="connsiteX174" fmla="*/ 820616 w 1179211"/>
                  <a:gd name="connsiteY174" fmla="*/ 76842 h 84574"/>
                  <a:gd name="connsiteX175" fmla="*/ 817233 w 1179211"/>
                  <a:gd name="connsiteY175" fmla="*/ 74184 h 84574"/>
                  <a:gd name="connsiteX176" fmla="*/ 814816 w 1179211"/>
                  <a:gd name="connsiteY176" fmla="*/ 71768 h 84574"/>
                  <a:gd name="connsiteX177" fmla="*/ 809983 w 1179211"/>
                  <a:gd name="connsiteY177" fmla="*/ 79500 h 84574"/>
                  <a:gd name="connsiteX178" fmla="*/ 829073 w 1179211"/>
                  <a:gd name="connsiteY178" fmla="*/ 85783 h 84574"/>
                  <a:gd name="connsiteX179" fmla="*/ 836806 w 1179211"/>
                  <a:gd name="connsiteY179" fmla="*/ 84575 h 84574"/>
                  <a:gd name="connsiteX180" fmla="*/ 843088 w 1179211"/>
                  <a:gd name="connsiteY180" fmla="*/ 81192 h 84574"/>
                  <a:gd name="connsiteX181" fmla="*/ 847438 w 1179211"/>
                  <a:gd name="connsiteY181" fmla="*/ 75634 h 84574"/>
                  <a:gd name="connsiteX182" fmla="*/ 849129 w 1179211"/>
                  <a:gd name="connsiteY182" fmla="*/ 68143 h 84574"/>
                  <a:gd name="connsiteX183" fmla="*/ 848404 w 1179211"/>
                  <a:gd name="connsiteY183" fmla="*/ 61377 h 84574"/>
                  <a:gd name="connsiteX184" fmla="*/ 796693 w 1179211"/>
                  <a:gd name="connsiteY184" fmla="*/ 61377 h 84574"/>
                  <a:gd name="connsiteX185" fmla="*/ 792585 w 1179211"/>
                  <a:gd name="connsiteY185" fmla="*/ 56544 h 84574"/>
                  <a:gd name="connsiteX186" fmla="*/ 787269 w 1179211"/>
                  <a:gd name="connsiteY186" fmla="*/ 53403 h 84574"/>
                  <a:gd name="connsiteX187" fmla="*/ 781470 w 1179211"/>
                  <a:gd name="connsiteY187" fmla="*/ 51470 h 84574"/>
                  <a:gd name="connsiteX188" fmla="*/ 773012 w 1179211"/>
                  <a:gd name="connsiteY188" fmla="*/ 47603 h 84574"/>
                  <a:gd name="connsiteX189" fmla="*/ 769871 w 1179211"/>
                  <a:gd name="connsiteY189" fmla="*/ 40837 h 84574"/>
                  <a:gd name="connsiteX190" fmla="*/ 772770 w 1179211"/>
                  <a:gd name="connsiteY190" fmla="*/ 35280 h 84574"/>
                  <a:gd name="connsiteX191" fmla="*/ 780020 w 1179211"/>
                  <a:gd name="connsiteY191" fmla="*/ 33105 h 84574"/>
                  <a:gd name="connsiteX192" fmla="*/ 787269 w 1179211"/>
                  <a:gd name="connsiteY192" fmla="*/ 34796 h 84574"/>
                  <a:gd name="connsiteX193" fmla="*/ 791860 w 1179211"/>
                  <a:gd name="connsiteY193" fmla="*/ 38421 h 84574"/>
                  <a:gd name="connsiteX194" fmla="*/ 796693 w 1179211"/>
                  <a:gd name="connsiteY194" fmla="*/ 32380 h 84574"/>
                  <a:gd name="connsiteX195" fmla="*/ 790894 w 1179211"/>
                  <a:gd name="connsiteY195" fmla="*/ 28997 h 84574"/>
                  <a:gd name="connsiteX196" fmla="*/ 780503 w 1179211"/>
                  <a:gd name="connsiteY196" fmla="*/ 27306 h 84574"/>
                  <a:gd name="connsiteX197" fmla="*/ 773012 w 1179211"/>
                  <a:gd name="connsiteY197" fmla="*/ 28272 h 84574"/>
                  <a:gd name="connsiteX198" fmla="*/ 766729 w 1179211"/>
                  <a:gd name="connsiteY198" fmla="*/ 31172 h 84574"/>
                  <a:gd name="connsiteX199" fmla="*/ 762380 w 1179211"/>
                  <a:gd name="connsiteY199" fmla="*/ 36005 h 84574"/>
                  <a:gd name="connsiteX200" fmla="*/ 760688 w 1179211"/>
                  <a:gd name="connsiteY200" fmla="*/ 42771 h 84574"/>
                  <a:gd name="connsiteX201" fmla="*/ 762138 w 1179211"/>
                  <a:gd name="connsiteY201" fmla="*/ 50020 h 84574"/>
                  <a:gd name="connsiteX202" fmla="*/ 766005 w 1179211"/>
                  <a:gd name="connsiteY202" fmla="*/ 54853 h 84574"/>
                  <a:gd name="connsiteX203" fmla="*/ 771079 w 1179211"/>
                  <a:gd name="connsiteY203" fmla="*/ 57752 h 84574"/>
                  <a:gd name="connsiteX204" fmla="*/ 776395 w 1179211"/>
                  <a:gd name="connsiteY204" fmla="*/ 59686 h 84574"/>
                  <a:gd name="connsiteX205" fmla="*/ 784853 w 1179211"/>
                  <a:gd name="connsiteY205" fmla="*/ 63310 h 84574"/>
                  <a:gd name="connsiteX206" fmla="*/ 787994 w 1179211"/>
                  <a:gd name="connsiteY206" fmla="*/ 70559 h 84574"/>
                  <a:gd name="connsiteX207" fmla="*/ 785336 w 1179211"/>
                  <a:gd name="connsiteY207" fmla="*/ 77325 h 84574"/>
                  <a:gd name="connsiteX208" fmla="*/ 777845 w 1179211"/>
                  <a:gd name="connsiteY208" fmla="*/ 79742 h 84574"/>
                  <a:gd name="connsiteX209" fmla="*/ 773012 w 1179211"/>
                  <a:gd name="connsiteY209" fmla="*/ 79017 h 84574"/>
                  <a:gd name="connsiteX210" fmla="*/ 768904 w 1179211"/>
                  <a:gd name="connsiteY210" fmla="*/ 76842 h 84574"/>
                  <a:gd name="connsiteX211" fmla="*/ 765521 w 1179211"/>
                  <a:gd name="connsiteY211" fmla="*/ 74184 h 84574"/>
                  <a:gd name="connsiteX212" fmla="*/ 763105 w 1179211"/>
                  <a:gd name="connsiteY212" fmla="*/ 71768 h 84574"/>
                  <a:gd name="connsiteX213" fmla="*/ 758272 w 1179211"/>
                  <a:gd name="connsiteY213" fmla="*/ 79500 h 84574"/>
                  <a:gd name="connsiteX214" fmla="*/ 777362 w 1179211"/>
                  <a:gd name="connsiteY214" fmla="*/ 85783 h 84574"/>
                  <a:gd name="connsiteX215" fmla="*/ 785094 w 1179211"/>
                  <a:gd name="connsiteY215" fmla="*/ 84575 h 84574"/>
                  <a:gd name="connsiteX216" fmla="*/ 791377 w 1179211"/>
                  <a:gd name="connsiteY216" fmla="*/ 81192 h 84574"/>
                  <a:gd name="connsiteX217" fmla="*/ 795726 w 1179211"/>
                  <a:gd name="connsiteY217" fmla="*/ 75634 h 84574"/>
                  <a:gd name="connsiteX218" fmla="*/ 797418 w 1179211"/>
                  <a:gd name="connsiteY218" fmla="*/ 68143 h 84574"/>
                  <a:gd name="connsiteX219" fmla="*/ 796693 w 1179211"/>
                  <a:gd name="connsiteY219" fmla="*/ 61377 h 84574"/>
                  <a:gd name="connsiteX220" fmla="*/ 711393 w 1179211"/>
                  <a:gd name="connsiteY220" fmla="*/ 6041 h 84574"/>
                  <a:gd name="connsiteX221" fmla="*/ 707286 w 1179211"/>
                  <a:gd name="connsiteY221" fmla="*/ 4350 h 84574"/>
                  <a:gd name="connsiteX222" fmla="*/ 703178 w 1179211"/>
                  <a:gd name="connsiteY222" fmla="*/ 6041 h 84574"/>
                  <a:gd name="connsiteX223" fmla="*/ 701486 w 1179211"/>
                  <a:gd name="connsiteY223" fmla="*/ 9907 h 84574"/>
                  <a:gd name="connsiteX224" fmla="*/ 703178 w 1179211"/>
                  <a:gd name="connsiteY224" fmla="*/ 13774 h 84574"/>
                  <a:gd name="connsiteX225" fmla="*/ 707286 w 1179211"/>
                  <a:gd name="connsiteY225" fmla="*/ 15465 h 84574"/>
                  <a:gd name="connsiteX226" fmla="*/ 711393 w 1179211"/>
                  <a:gd name="connsiteY226" fmla="*/ 13774 h 84574"/>
                  <a:gd name="connsiteX227" fmla="*/ 713085 w 1179211"/>
                  <a:gd name="connsiteY227" fmla="*/ 9907 h 84574"/>
                  <a:gd name="connsiteX228" fmla="*/ 711393 w 1179211"/>
                  <a:gd name="connsiteY228" fmla="*/ 6041 h 84574"/>
                  <a:gd name="connsiteX229" fmla="*/ 734833 w 1179211"/>
                  <a:gd name="connsiteY229" fmla="*/ 6041 h 84574"/>
                  <a:gd name="connsiteX230" fmla="*/ 730725 w 1179211"/>
                  <a:gd name="connsiteY230" fmla="*/ 4350 h 84574"/>
                  <a:gd name="connsiteX231" fmla="*/ 726617 w 1179211"/>
                  <a:gd name="connsiteY231" fmla="*/ 6041 h 84574"/>
                  <a:gd name="connsiteX232" fmla="*/ 724925 w 1179211"/>
                  <a:gd name="connsiteY232" fmla="*/ 9907 h 84574"/>
                  <a:gd name="connsiteX233" fmla="*/ 726617 w 1179211"/>
                  <a:gd name="connsiteY233" fmla="*/ 13774 h 84574"/>
                  <a:gd name="connsiteX234" fmla="*/ 730725 w 1179211"/>
                  <a:gd name="connsiteY234" fmla="*/ 15465 h 84574"/>
                  <a:gd name="connsiteX235" fmla="*/ 734833 w 1179211"/>
                  <a:gd name="connsiteY235" fmla="*/ 13774 h 84574"/>
                  <a:gd name="connsiteX236" fmla="*/ 736524 w 1179211"/>
                  <a:gd name="connsiteY236" fmla="*/ 9907 h 84574"/>
                  <a:gd name="connsiteX237" fmla="*/ 734833 w 1179211"/>
                  <a:gd name="connsiteY237" fmla="*/ 6041 h 84574"/>
                  <a:gd name="connsiteX238" fmla="*/ 695445 w 1179211"/>
                  <a:gd name="connsiteY238" fmla="*/ 28997 h 84574"/>
                  <a:gd name="connsiteX239" fmla="*/ 695445 w 1179211"/>
                  <a:gd name="connsiteY239" fmla="*/ 63552 h 84574"/>
                  <a:gd name="connsiteX240" fmla="*/ 695928 w 1179211"/>
                  <a:gd name="connsiteY240" fmla="*/ 72009 h 84574"/>
                  <a:gd name="connsiteX241" fmla="*/ 698103 w 1179211"/>
                  <a:gd name="connsiteY241" fmla="*/ 79017 h 84574"/>
                  <a:gd name="connsiteX242" fmla="*/ 703903 w 1179211"/>
                  <a:gd name="connsiteY242" fmla="*/ 83850 h 84574"/>
                  <a:gd name="connsiteX243" fmla="*/ 714535 w 1179211"/>
                  <a:gd name="connsiteY243" fmla="*/ 85783 h 84574"/>
                  <a:gd name="connsiteX244" fmla="*/ 722026 w 1179211"/>
                  <a:gd name="connsiteY244" fmla="*/ 84575 h 84574"/>
                  <a:gd name="connsiteX245" fmla="*/ 727342 w 1179211"/>
                  <a:gd name="connsiteY245" fmla="*/ 81433 h 84574"/>
                  <a:gd name="connsiteX246" fmla="*/ 730725 w 1179211"/>
                  <a:gd name="connsiteY246" fmla="*/ 77809 h 84574"/>
                  <a:gd name="connsiteX247" fmla="*/ 732658 w 1179211"/>
                  <a:gd name="connsiteY247" fmla="*/ 75151 h 84574"/>
                  <a:gd name="connsiteX248" fmla="*/ 733866 w 1179211"/>
                  <a:gd name="connsiteY248" fmla="*/ 84575 h 84574"/>
                  <a:gd name="connsiteX249" fmla="*/ 743290 w 1179211"/>
                  <a:gd name="connsiteY249" fmla="*/ 83608 h 84574"/>
                  <a:gd name="connsiteX250" fmla="*/ 743049 w 1179211"/>
                  <a:gd name="connsiteY250" fmla="*/ 81433 h 84574"/>
                  <a:gd name="connsiteX251" fmla="*/ 742565 w 1179211"/>
                  <a:gd name="connsiteY251" fmla="*/ 77809 h 84574"/>
                  <a:gd name="connsiteX252" fmla="*/ 742324 w 1179211"/>
                  <a:gd name="connsiteY252" fmla="*/ 73701 h 84574"/>
                  <a:gd name="connsiteX253" fmla="*/ 742082 w 1179211"/>
                  <a:gd name="connsiteY253" fmla="*/ 69593 h 84574"/>
                  <a:gd name="connsiteX254" fmla="*/ 742082 w 1179211"/>
                  <a:gd name="connsiteY254" fmla="*/ 28755 h 84574"/>
                  <a:gd name="connsiteX255" fmla="*/ 732175 w 1179211"/>
                  <a:gd name="connsiteY255" fmla="*/ 28755 h 84574"/>
                  <a:gd name="connsiteX256" fmla="*/ 732175 w 1179211"/>
                  <a:gd name="connsiteY256" fmla="*/ 59686 h 84574"/>
                  <a:gd name="connsiteX257" fmla="*/ 730966 w 1179211"/>
                  <a:gd name="connsiteY257" fmla="*/ 66935 h 84574"/>
                  <a:gd name="connsiteX258" fmla="*/ 727583 w 1179211"/>
                  <a:gd name="connsiteY258" fmla="*/ 72734 h 84574"/>
                  <a:gd name="connsiteX259" fmla="*/ 722751 w 1179211"/>
                  <a:gd name="connsiteY259" fmla="*/ 76600 h 84574"/>
                  <a:gd name="connsiteX260" fmla="*/ 716468 w 1179211"/>
                  <a:gd name="connsiteY260" fmla="*/ 78050 h 84574"/>
                  <a:gd name="connsiteX261" fmla="*/ 710427 w 1179211"/>
                  <a:gd name="connsiteY261" fmla="*/ 77084 h 84574"/>
                  <a:gd name="connsiteX262" fmla="*/ 706802 w 1179211"/>
                  <a:gd name="connsiteY262" fmla="*/ 74184 h 84574"/>
                  <a:gd name="connsiteX263" fmla="*/ 705111 w 1179211"/>
                  <a:gd name="connsiteY263" fmla="*/ 69593 h 84574"/>
                  <a:gd name="connsiteX264" fmla="*/ 704628 w 1179211"/>
                  <a:gd name="connsiteY264" fmla="*/ 63310 h 84574"/>
                  <a:gd name="connsiteX265" fmla="*/ 704628 w 1179211"/>
                  <a:gd name="connsiteY265" fmla="*/ 28755 h 84574"/>
                  <a:gd name="connsiteX266" fmla="*/ 695445 w 1179211"/>
                  <a:gd name="connsiteY266" fmla="*/ 28755 h 84574"/>
                  <a:gd name="connsiteX267" fmla="*/ 664515 w 1179211"/>
                  <a:gd name="connsiteY267" fmla="*/ 60894 h 84574"/>
                  <a:gd name="connsiteX268" fmla="*/ 657991 w 1179211"/>
                  <a:gd name="connsiteY268" fmla="*/ 71284 h 84574"/>
                  <a:gd name="connsiteX269" fmla="*/ 648325 w 1179211"/>
                  <a:gd name="connsiteY269" fmla="*/ 76600 h 84574"/>
                  <a:gd name="connsiteX270" fmla="*/ 636726 w 1179211"/>
                  <a:gd name="connsiteY270" fmla="*/ 78050 h 84574"/>
                  <a:gd name="connsiteX271" fmla="*/ 631893 w 1179211"/>
                  <a:gd name="connsiteY271" fmla="*/ 77809 h 84574"/>
                  <a:gd name="connsiteX272" fmla="*/ 626577 w 1179211"/>
                  <a:gd name="connsiteY272" fmla="*/ 77325 h 84574"/>
                  <a:gd name="connsiteX273" fmla="*/ 626577 w 1179211"/>
                  <a:gd name="connsiteY273" fmla="*/ 10874 h 84574"/>
                  <a:gd name="connsiteX274" fmla="*/ 630927 w 1179211"/>
                  <a:gd name="connsiteY274" fmla="*/ 10632 h 84574"/>
                  <a:gd name="connsiteX275" fmla="*/ 635276 w 1179211"/>
                  <a:gd name="connsiteY275" fmla="*/ 10632 h 84574"/>
                  <a:gd name="connsiteX276" fmla="*/ 659440 w 1179211"/>
                  <a:gd name="connsiteY276" fmla="*/ 18848 h 84574"/>
                  <a:gd name="connsiteX277" fmla="*/ 666931 w 1179211"/>
                  <a:gd name="connsiteY277" fmla="*/ 44220 h 84574"/>
                  <a:gd name="connsiteX278" fmla="*/ 664515 w 1179211"/>
                  <a:gd name="connsiteY278" fmla="*/ 60894 h 84574"/>
                  <a:gd name="connsiteX279" fmla="*/ 675389 w 1179211"/>
                  <a:gd name="connsiteY279" fmla="*/ 25856 h 84574"/>
                  <a:gd name="connsiteX280" fmla="*/ 667173 w 1179211"/>
                  <a:gd name="connsiteY280" fmla="*/ 13774 h 84574"/>
                  <a:gd name="connsiteX281" fmla="*/ 654366 w 1179211"/>
                  <a:gd name="connsiteY281" fmla="*/ 6524 h 84574"/>
                  <a:gd name="connsiteX282" fmla="*/ 637451 w 1179211"/>
                  <a:gd name="connsiteY282" fmla="*/ 4108 h 84574"/>
                  <a:gd name="connsiteX283" fmla="*/ 631168 w 1179211"/>
                  <a:gd name="connsiteY283" fmla="*/ 4108 h 84574"/>
                  <a:gd name="connsiteX284" fmla="*/ 627060 w 1179211"/>
                  <a:gd name="connsiteY284" fmla="*/ 4350 h 84574"/>
                  <a:gd name="connsiteX285" fmla="*/ 622953 w 1179211"/>
                  <a:gd name="connsiteY285" fmla="*/ 4350 h 84574"/>
                  <a:gd name="connsiteX286" fmla="*/ 616670 w 1179211"/>
                  <a:gd name="connsiteY286" fmla="*/ 4591 h 84574"/>
                  <a:gd name="connsiteX287" fmla="*/ 616670 w 1179211"/>
                  <a:gd name="connsiteY287" fmla="*/ 84091 h 84574"/>
                  <a:gd name="connsiteX288" fmla="*/ 625611 w 1179211"/>
                  <a:gd name="connsiteY288" fmla="*/ 84333 h 84574"/>
                  <a:gd name="connsiteX289" fmla="*/ 637209 w 1179211"/>
                  <a:gd name="connsiteY289" fmla="*/ 84575 h 84574"/>
                  <a:gd name="connsiteX290" fmla="*/ 650741 w 1179211"/>
                  <a:gd name="connsiteY290" fmla="*/ 82883 h 84574"/>
                  <a:gd name="connsiteX291" fmla="*/ 664032 w 1179211"/>
                  <a:gd name="connsiteY291" fmla="*/ 76842 h 84574"/>
                  <a:gd name="connsiteX292" fmla="*/ 674181 w 1179211"/>
                  <a:gd name="connsiteY292" fmla="*/ 64518 h 84574"/>
                  <a:gd name="connsiteX293" fmla="*/ 678289 w 1179211"/>
                  <a:gd name="connsiteY293" fmla="*/ 43979 h 84574"/>
                  <a:gd name="connsiteX294" fmla="*/ 675389 w 1179211"/>
                  <a:gd name="connsiteY294" fmla="*/ 25856 h 84574"/>
                  <a:gd name="connsiteX295" fmla="*/ 562059 w 1179211"/>
                  <a:gd name="connsiteY295" fmla="*/ 77325 h 84574"/>
                  <a:gd name="connsiteX296" fmla="*/ 558918 w 1179211"/>
                  <a:gd name="connsiteY296" fmla="*/ 78534 h 84574"/>
                  <a:gd name="connsiteX297" fmla="*/ 555776 w 1179211"/>
                  <a:gd name="connsiteY297" fmla="*/ 79017 h 84574"/>
                  <a:gd name="connsiteX298" fmla="*/ 553360 w 1179211"/>
                  <a:gd name="connsiteY298" fmla="*/ 78534 h 84574"/>
                  <a:gd name="connsiteX299" fmla="*/ 551185 w 1179211"/>
                  <a:gd name="connsiteY299" fmla="*/ 77567 h 84574"/>
                  <a:gd name="connsiteX300" fmla="*/ 549010 w 1179211"/>
                  <a:gd name="connsiteY300" fmla="*/ 74184 h 84574"/>
                  <a:gd name="connsiteX301" fmla="*/ 548769 w 1179211"/>
                  <a:gd name="connsiteY301" fmla="*/ 67901 h 84574"/>
                  <a:gd name="connsiteX302" fmla="*/ 548769 w 1179211"/>
                  <a:gd name="connsiteY302" fmla="*/ 35280 h 84574"/>
                  <a:gd name="connsiteX303" fmla="*/ 561817 w 1179211"/>
                  <a:gd name="connsiteY303" fmla="*/ 35280 h 84574"/>
                  <a:gd name="connsiteX304" fmla="*/ 561817 w 1179211"/>
                  <a:gd name="connsiteY304" fmla="*/ 28997 h 84574"/>
                  <a:gd name="connsiteX305" fmla="*/ 548769 w 1179211"/>
                  <a:gd name="connsiteY305" fmla="*/ 28997 h 84574"/>
                  <a:gd name="connsiteX306" fmla="*/ 548769 w 1179211"/>
                  <a:gd name="connsiteY306" fmla="*/ 12807 h 84574"/>
                  <a:gd name="connsiteX307" fmla="*/ 539103 w 1179211"/>
                  <a:gd name="connsiteY307" fmla="*/ 14982 h 84574"/>
                  <a:gd name="connsiteX308" fmla="*/ 539103 w 1179211"/>
                  <a:gd name="connsiteY308" fmla="*/ 28997 h 84574"/>
                  <a:gd name="connsiteX309" fmla="*/ 529679 w 1179211"/>
                  <a:gd name="connsiteY309" fmla="*/ 28997 h 84574"/>
                  <a:gd name="connsiteX310" fmla="*/ 529679 w 1179211"/>
                  <a:gd name="connsiteY310" fmla="*/ 35280 h 84574"/>
                  <a:gd name="connsiteX311" fmla="*/ 539103 w 1179211"/>
                  <a:gd name="connsiteY311" fmla="*/ 35280 h 84574"/>
                  <a:gd name="connsiteX312" fmla="*/ 539103 w 1179211"/>
                  <a:gd name="connsiteY312" fmla="*/ 68868 h 84574"/>
                  <a:gd name="connsiteX313" fmla="*/ 539345 w 1179211"/>
                  <a:gd name="connsiteY313" fmla="*/ 76117 h 84574"/>
                  <a:gd name="connsiteX314" fmla="*/ 541278 w 1179211"/>
                  <a:gd name="connsiteY314" fmla="*/ 81433 h 84574"/>
                  <a:gd name="connsiteX315" fmla="*/ 545869 w 1179211"/>
                  <a:gd name="connsiteY315" fmla="*/ 84816 h 84574"/>
                  <a:gd name="connsiteX316" fmla="*/ 551910 w 1179211"/>
                  <a:gd name="connsiteY316" fmla="*/ 85783 h 84574"/>
                  <a:gd name="connsiteX317" fmla="*/ 558434 w 1179211"/>
                  <a:gd name="connsiteY317" fmla="*/ 84816 h 84574"/>
                  <a:gd name="connsiteX318" fmla="*/ 563992 w 1179211"/>
                  <a:gd name="connsiteY318" fmla="*/ 82158 h 84574"/>
                  <a:gd name="connsiteX319" fmla="*/ 562059 w 1179211"/>
                  <a:gd name="connsiteY319" fmla="*/ 77325 h 84574"/>
                  <a:gd name="connsiteX320" fmla="*/ 487392 w 1179211"/>
                  <a:gd name="connsiteY320" fmla="*/ 6041 h 84574"/>
                  <a:gd name="connsiteX321" fmla="*/ 483284 w 1179211"/>
                  <a:gd name="connsiteY321" fmla="*/ 4350 h 84574"/>
                  <a:gd name="connsiteX322" fmla="*/ 479176 w 1179211"/>
                  <a:gd name="connsiteY322" fmla="*/ 6041 h 84574"/>
                  <a:gd name="connsiteX323" fmla="*/ 477484 w 1179211"/>
                  <a:gd name="connsiteY323" fmla="*/ 9907 h 84574"/>
                  <a:gd name="connsiteX324" fmla="*/ 479176 w 1179211"/>
                  <a:gd name="connsiteY324" fmla="*/ 13774 h 84574"/>
                  <a:gd name="connsiteX325" fmla="*/ 483284 w 1179211"/>
                  <a:gd name="connsiteY325" fmla="*/ 15465 h 84574"/>
                  <a:gd name="connsiteX326" fmla="*/ 487392 w 1179211"/>
                  <a:gd name="connsiteY326" fmla="*/ 13774 h 84574"/>
                  <a:gd name="connsiteX327" fmla="*/ 489083 w 1179211"/>
                  <a:gd name="connsiteY327" fmla="*/ 9907 h 84574"/>
                  <a:gd name="connsiteX328" fmla="*/ 487392 w 1179211"/>
                  <a:gd name="connsiteY328" fmla="*/ 6041 h 84574"/>
                  <a:gd name="connsiteX329" fmla="*/ 510589 w 1179211"/>
                  <a:gd name="connsiteY329" fmla="*/ 6041 h 84574"/>
                  <a:gd name="connsiteX330" fmla="*/ 506481 w 1179211"/>
                  <a:gd name="connsiteY330" fmla="*/ 4350 h 84574"/>
                  <a:gd name="connsiteX331" fmla="*/ 502373 w 1179211"/>
                  <a:gd name="connsiteY331" fmla="*/ 6041 h 84574"/>
                  <a:gd name="connsiteX332" fmla="*/ 500682 w 1179211"/>
                  <a:gd name="connsiteY332" fmla="*/ 9907 h 84574"/>
                  <a:gd name="connsiteX333" fmla="*/ 502373 w 1179211"/>
                  <a:gd name="connsiteY333" fmla="*/ 13774 h 84574"/>
                  <a:gd name="connsiteX334" fmla="*/ 506481 w 1179211"/>
                  <a:gd name="connsiteY334" fmla="*/ 15465 h 84574"/>
                  <a:gd name="connsiteX335" fmla="*/ 510589 w 1179211"/>
                  <a:gd name="connsiteY335" fmla="*/ 13774 h 84574"/>
                  <a:gd name="connsiteX336" fmla="*/ 512281 w 1179211"/>
                  <a:gd name="connsiteY336" fmla="*/ 9907 h 84574"/>
                  <a:gd name="connsiteX337" fmla="*/ 510589 w 1179211"/>
                  <a:gd name="connsiteY337" fmla="*/ 6041 h 84574"/>
                  <a:gd name="connsiteX338" fmla="*/ 504548 w 1179211"/>
                  <a:gd name="connsiteY338" fmla="*/ 62827 h 84574"/>
                  <a:gd name="connsiteX339" fmla="*/ 504306 w 1179211"/>
                  <a:gd name="connsiteY339" fmla="*/ 67660 h 84574"/>
                  <a:gd name="connsiteX340" fmla="*/ 502373 w 1179211"/>
                  <a:gd name="connsiteY340" fmla="*/ 72976 h 84574"/>
                  <a:gd name="connsiteX341" fmla="*/ 498990 w 1179211"/>
                  <a:gd name="connsiteY341" fmla="*/ 76600 h 84574"/>
                  <a:gd name="connsiteX342" fmla="*/ 495124 w 1179211"/>
                  <a:gd name="connsiteY342" fmla="*/ 78534 h 84574"/>
                  <a:gd name="connsiteX343" fmla="*/ 491741 w 1179211"/>
                  <a:gd name="connsiteY343" fmla="*/ 79017 h 84574"/>
                  <a:gd name="connsiteX344" fmla="*/ 488116 w 1179211"/>
                  <a:gd name="connsiteY344" fmla="*/ 78534 h 84574"/>
                  <a:gd name="connsiteX345" fmla="*/ 484975 w 1179211"/>
                  <a:gd name="connsiteY345" fmla="*/ 76842 h 84574"/>
                  <a:gd name="connsiteX346" fmla="*/ 482800 w 1179211"/>
                  <a:gd name="connsiteY346" fmla="*/ 73942 h 84574"/>
                  <a:gd name="connsiteX347" fmla="*/ 482075 w 1179211"/>
                  <a:gd name="connsiteY347" fmla="*/ 69351 h 84574"/>
                  <a:gd name="connsiteX348" fmla="*/ 483284 w 1179211"/>
                  <a:gd name="connsiteY348" fmla="*/ 64760 h 84574"/>
                  <a:gd name="connsiteX349" fmla="*/ 486183 w 1179211"/>
                  <a:gd name="connsiteY349" fmla="*/ 61619 h 84574"/>
                  <a:gd name="connsiteX350" fmla="*/ 489566 w 1179211"/>
                  <a:gd name="connsiteY350" fmla="*/ 59686 h 84574"/>
                  <a:gd name="connsiteX351" fmla="*/ 492708 w 1179211"/>
                  <a:gd name="connsiteY351" fmla="*/ 58719 h 84574"/>
                  <a:gd name="connsiteX352" fmla="*/ 496091 w 1179211"/>
                  <a:gd name="connsiteY352" fmla="*/ 58236 h 84574"/>
                  <a:gd name="connsiteX353" fmla="*/ 499715 w 1179211"/>
                  <a:gd name="connsiteY353" fmla="*/ 57994 h 84574"/>
                  <a:gd name="connsiteX354" fmla="*/ 502857 w 1179211"/>
                  <a:gd name="connsiteY354" fmla="*/ 57752 h 84574"/>
                  <a:gd name="connsiteX355" fmla="*/ 505031 w 1179211"/>
                  <a:gd name="connsiteY355" fmla="*/ 57752 h 84574"/>
                  <a:gd name="connsiteX356" fmla="*/ 504548 w 1179211"/>
                  <a:gd name="connsiteY356" fmla="*/ 62827 h 84574"/>
                  <a:gd name="connsiteX357" fmla="*/ 522188 w 1179211"/>
                  <a:gd name="connsiteY357" fmla="*/ 78292 h 84574"/>
                  <a:gd name="connsiteX358" fmla="*/ 517838 w 1179211"/>
                  <a:gd name="connsiteY358" fmla="*/ 79017 h 84574"/>
                  <a:gd name="connsiteX359" fmla="*/ 514939 w 1179211"/>
                  <a:gd name="connsiteY359" fmla="*/ 77809 h 84574"/>
                  <a:gd name="connsiteX360" fmla="*/ 513972 w 1179211"/>
                  <a:gd name="connsiteY360" fmla="*/ 72734 h 84574"/>
                  <a:gd name="connsiteX361" fmla="*/ 513972 w 1179211"/>
                  <a:gd name="connsiteY361" fmla="*/ 43496 h 84574"/>
                  <a:gd name="connsiteX362" fmla="*/ 513972 w 1179211"/>
                  <a:gd name="connsiteY362" fmla="*/ 40354 h 84574"/>
                  <a:gd name="connsiteX363" fmla="*/ 513489 w 1179211"/>
                  <a:gd name="connsiteY363" fmla="*/ 36971 h 84574"/>
                  <a:gd name="connsiteX364" fmla="*/ 512281 w 1179211"/>
                  <a:gd name="connsiteY364" fmla="*/ 33830 h 84574"/>
                  <a:gd name="connsiteX365" fmla="*/ 509864 w 1179211"/>
                  <a:gd name="connsiteY365" fmla="*/ 31172 h 84574"/>
                  <a:gd name="connsiteX366" fmla="*/ 502615 w 1179211"/>
                  <a:gd name="connsiteY366" fmla="*/ 27789 h 84574"/>
                  <a:gd name="connsiteX367" fmla="*/ 494882 w 1179211"/>
                  <a:gd name="connsiteY367" fmla="*/ 27064 h 84574"/>
                  <a:gd name="connsiteX368" fmla="*/ 488116 w 1179211"/>
                  <a:gd name="connsiteY368" fmla="*/ 27789 h 84574"/>
                  <a:gd name="connsiteX369" fmla="*/ 482075 w 1179211"/>
                  <a:gd name="connsiteY369" fmla="*/ 29964 h 84574"/>
                  <a:gd name="connsiteX370" fmla="*/ 477243 w 1179211"/>
                  <a:gd name="connsiteY370" fmla="*/ 33830 h 84574"/>
                  <a:gd name="connsiteX371" fmla="*/ 474584 w 1179211"/>
                  <a:gd name="connsiteY371" fmla="*/ 40113 h 84574"/>
                  <a:gd name="connsiteX372" fmla="*/ 482317 w 1179211"/>
                  <a:gd name="connsiteY372" fmla="*/ 42529 h 84574"/>
                  <a:gd name="connsiteX373" fmla="*/ 483284 w 1179211"/>
                  <a:gd name="connsiteY373" fmla="*/ 38904 h 84574"/>
                  <a:gd name="connsiteX374" fmla="*/ 485217 w 1179211"/>
                  <a:gd name="connsiteY374" fmla="*/ 36005 h 84574"/>
                  <a:gd name="connsiteX375" fmla="*/ 488600 w 1179211"/>
                  <a:gd name="connsiteY375" fmla="*/ 33830 h 84574"/>
                  <a:gd name="connsiteX376" fmla="*/ 493916 w 1179211"/>
                  <a:gd name="connsiteY376" fmla="*/ 33105 h 84574"/>
                  <a:gd name="connsiteX377" fmla="*/ 497299 w 1179211"/>
                  <a:gd name="connsiteY377" fmla="*/ 33347 h 84574"/>
                  <a:gd name="connsiteX378" fmla="*/ 500440 w 1179211"/>
                  <a:gd name="connsiteY378" fmla="*/ 34313 h 84574"/>
                  <a:gd name="connsiteX379" fmla="*/ 503582 w 1179211"/>
                  <a:gd name="connsiteY379" fmla="*/ 37213 h 84574"/>
                  <a:gd name="connsiteX380" fmla="*/ 504548 w 1179211"/>
                  <a:gd name="connsiteY380" fmla="*/ 42287 h 84574"/>
                  <a:gd name="connsiteX381" fmla="*/ 504548 w 1179211"/>
                  <a:gd name="connsiteY381" fmla="*/ 51711 h 84574"/>
                  <a:gd name="connsiteX382" fmla="*/ 497057 w 1179211"/>
                  <a:gd name="connsiteY382" fmla="*/ 51953 h 84574"/>
                  <a:gd name="connsiteX383" fmla="*/ 491016 w 1179211"/>
                  <a:gd name="connsiteY383" fmla="*/ 52436 h 84574"/>
                  <a:gd name="connsiteX384" fmla="*/ 483525 w 1179211"/>
                  <a:gd name="connsiteY384" fmla="*/ 54369 h 84574"/>
                  <a:gd name="connsiteX385" fmla="*/ 477484 w 1179211"/>
                  <a:gd name="connsiteY385" fmla="*/ 57994 h 84574"/>
                  <a:gd name="connsiteX386" fmla="*/ 473618 w 1179211"/>
                  <a:gd name="connsiteY386" fmla="*/ 63310 h 84574"/>
                  <a:gd name="connsiteX387" fmla="*/ 472168 w 1179211"/>
                  <a:gd name="connsiteY387" fmla="*/ 70076 h 84574"/>
                  <a:gd name="connsiteX388" fmla="*/ 473618 w 1179211"/>
                  <a:gd name="connsiteY388" fmla="*/ 76842 h 84574"/>
                  <a:gd name="connsiteX389" fmla="*/ 477243 w 1179211"/>
                  <a:gd name="connsiteY389" fmla="*/ 81675 h 84574"/>
                  <a:gd name="connsiteX390" fmla="*/ 482317 w 1179211"/>
                  <a:gd name="connsiteY390" fmla="*/ 84575 h 84574"/>
                  <a:gd name="connsiteX391" fmla="*/ 488116 w 1179211"/>
                  <a:gd name="connsiteY391" fmla="*/ 85541 h 84574"/>
                  <a:gd name="connsiteX392" fmla="*/ 499232 w 1179211"/>
                  <a:gd name="connsiteY392" fmla="*/ 82641 h 84574"/>
                  <a:gd name="connsiteX393" fmla="*/ 505031 w 1179211"/>
                  <a:gd name="connsiteY393" fmla="*/ 75634 h 84574"/>
                  <a:gd name="connsiteX394" fmla="*/ 507689 w 1179211"/>
                  <a:gd name="connsiteY394" fmla="*/ 82158 h 84574"/>
                  <a:gd name="connsiteX395" fmla="*/ 514214 w 1179211"/>
                  <a:gd name="connsiteY395" fmla="*/ 84816 h 84574"/>
                  <a:gd name="connsiteX396" fmla="*/ 519047 w 1179211"/>
                  <a:gd name="connsiteY396" fmla="*/ 84333 h 84574"/>
                  <a:gd name="connsiteX397" fmla="*/ 522430 w 1179211"/>
                  <a:gd name="connsiteY397" fmla="*/ 83608 h 84574"/>
                  <a:gd name="connsiteX398" fmla="*/ 522430 w 1179211"/>
                  <a:gd name="connsiteY398" fmla="*/ 78292 h 84574"/>
                  <a:gd name="connsiteX399" fmla="*/ 458636 w 1179211"/>
                  <a:gd name="connsiteY399" fmla="*/ 77325 h 84574"/>
                  <a:gd name="connsiteX400" fmla="*/ 455495 w 1179211"/>
                  <a:gd name="connsiteY400" fmla="*/ 78534 h 84574"/>
                  <a:gd name="connsiteX401" fmla="*/ 452353 w 1179211"/>
                  <a:gd name="connsiteY401" fmla="*/ 79017 h 84574"/>
                  <a:gd name="connsiteX402" fmla="*/ 449937 w 1179211"/>
                  <a:gd name="connsiteY402" fmla="*/ 78534 h 84574"/>
                  <a:gd name="connsiteX403" fmla="*/ 447762 w 1179211"/>
                  <a:gd name="connsiteY403" fmla="*/ 77567 h 84574"/>
                  <a:gd name="connsiteX404" fmla="*/ 445587 w 1179211"/>
                  <a:gd name="connsiteY404" fmla="*/ 74184 h 84574"/>
                  <a:gd name="connsiteX405" fmla="*/ 445346 w 1179211"/>
                  <a:gd name="connsiteY405" fmla="*/ 67901 h 84574"/>
                  <a:gd name="connsiteX406" fmla="*/ 445346 w 1179211"/>
                  <a:gd name="connsiteY406" fmla="*/ 35280 h 84574"/>
                  <a:gd name="connsiteX407" fmla="*/ 458394 w 1179211"/>
                  <a:gd name="connsiteY407" fmla="*/ 35280 h 84574"/>
                  <a:gd name="connsiteX408" fmla="*/ 458394 w 1179211"/>
                  <a:gd name="connsiteY408" fmla="*/ 28997 h 84574"/>
                  <a:gd name="connsiteX409" fmla="*/ 445346 w 1179211"/>
                  <a:gd name="connsiteY409" fmla="*/ 28997 h 84574"/>
                  <a:gd name="connsiteX410" fmla="*/ 445346 w 1179211"/>
                  <a:gd name="connsiteY410" fmla="*/ 12807 h 84574"/>
                  <a:gd name="connsiteX411" fmla="*/ 435680 w 1179211"/>
                  <a:gd name="connsiteY411" fmla="*/ 14982 h 84574"/>
                  <a:gd name="connsiteX412" fmla="*/ 435680 w 1179211"/>
                  <a:gd name="connsiteY412" fmla="*/ 28997 h 84574"/>
                  <a:gd name="connsiteX413" fmla="*/ 426256 w 1179211"/>
                  <a:gd name="connsiteY413" fmla="*/ 28997 h 84574"/>
                  <a:gd name="connsiteX414" fmla="*/ 426256 w 1179211"/>
                  <a:gd name="connsiteY414" fmla="*/ 35280 h 84574"/>
                  <a:gd name="connsiteX415" fmla="*/ 435680 w 1179211"/>
                  <a:gd name="connsiteY415" fmla="*/ 35280 h 84574"/>
                  <a:gd name="connsiteX416" fmla="*/ 435680 w 1179211"/>
                  <a:gd name="connsiteY416" fmla="*/ 68868 h 84574"/>
                  <a:gd name="connsiteX417" fmla="*/ 435922 w 1179211"/>
                  <a:gd name="connsiteY417" fmla="*/ 76117 h 84574"/>
                  <a:gd name="connsiteX418" fmla="*/ 437855 w 1179211"/>
                  <a:gd name="connsiteY418" fmla="*/ 81433 h 84574"/>
                  <a:gd name="connsiteX419" fmla="*/ 442446 w 1179211"/>
                  <a:gd name="connsiteY419" fmla="*/ 84816 h 84574"/>
                  <a:gd name="connsiteX420" fmla="*/ 448487 w 1179211"/>
                  <a:gd name="connsiteY420" fmla="*/ 85783 h 84574"/>
                  <a:gd name="connsiteX421" fmla="*/ 455012 w 1179211"/>
                  <a:gd name="connsiteY421" fmla="*/ 84816 h 84574"/>
                  <a:gd name="connsiteX422" fmla="*/ 460569 w 1179211"/>
                  <a:gd name="connsiteY422" fmla="*/ 82158 h 84574"/>
                  <a:gd name="connsiteX423" fmla="*/ 458636 w 1179211"/>
                  <a:gd name="connsiteY423" fmla="*/ 77325 h 84574"/>
                  <a:gd name="connsiteX424" fmla="*/ 409825 w 1179211"/>
                  <a:gd name="connsiteY424" fmla="*/ 28997 h 84574"/>
                  <a:gd name="connsiteX425" fmla="*/ 399676 w 1179211"/>
                  <a:gd name="connsiteY425" fmla="*/ 28997 h 84574"/>
                  <a:gd name="connsiteX426" fmla="*/ 399676 w 1179211"/>
                  <a:gd name="connsiteY426" fmla="*/ 84091 h 84574"/>
                  <a:gd name="connsiteX427" fmla="*/ 409825 w 1179211"/>
                  <a:gd name="connsiteY427" fmla="*/ 84091 h 84574"/>
                  <a:gd name="connsiteX428" fmla="*/ 409825 w 1179211"/>
                  <a:gd name="connsiteY428" fmla="*/ 28997 h 84574"/>
                  <a:gd name="connsiteX429" fmla="*/ 409341 w 1179211"/>
                  <a:gd name="connsiteY429" fmla="*/ 2416 h 84574"/>
                  <a:gd name="connsiteX430" fmla="*/ 404992 w 1179211"/>
                  <a:gd name="connsiteY430" fmla="*/ 483 h 84574"/>
                  <a:gd name="connsiteX431" fmla="*/ 400400 w 1179211"/>
                  <a:gd name="connsiteY431" fmla="*/ 2416 h 84574"/>
                  <a:gd name="connsiteX432" fmla="*/ 398467 w 1179211"/>
                  <a:gd name="connsiteY432" fmla="*/ 6766 h 84574"/>
                  <a:gd name="connsiteX433" fmla="*/ 400400 w 1179211"/>
                  <a:gd name="connsiteY433" fmla="*/ 11116 h 84574"/>
                  <a:gd name="connsiteX434" fmla="*/ 404992 w 1179211"/>
                  <a:gd name="connsiteY434" fmla="*/ 13049 h 84574"/>
                  <a:gd name="connsiteX435" fmla="*/ 409341 w 1179211"/>
                  <a:gd name="connsiteY435" fmla="*/ 11116 h 84574"/>
                  <a:gd name="connsiteX436" fmla="*/ 411274 w 1179211"/>
                  <a:gd name="connsiteY436" fmla="*/ 6766 h 84574"/>
                  <a:gd name="connsiteX437" fmla="*/ 409341 w 1179211"/>
                  <a:gd name="connsiteY437" fmla="*/ 2416 h 84574"/>
                  <a:gd name="connsiteX438" fmla="*/ 379619 w 1179211"/>
                  <a:gd name="connsiteY438" fmla="*/ 61377 h 84574"/>
                  <a:gd name="connsiteX439" fmla="*/ 375511 w 1179211"/>
                  <a:gd name="connsiteY439" fmla="*/ 56544 h 84574"/>
                  <a:gd name="connsiteX440" fmla="*/ 370195 w 1179211"/>
                  <a:gd name="connsiteY440" fmla="*/ 53403 h 84574"/>
                  <a:gd name="connsiteX441" fmla="*/ 364396 w 1179211"/>
                  <a:gd name="connsiteY441" fmla="*/ 51470 h 84574"/>
                  <a:gd name="connsiteX442" fmla="*/ 355938 w 1179211"/>
                  <a:gd name="connsiteY442" fmla="*/ 47603 h 84574"/>
                  <a:gd name="connsiteX443" fmla="*/ 352797 w 1179211"/>
                  <a:gd name="connsiteY443" fmla="*/ 40837 h 84574"/>
                  <a:gd name="connsiteX444" fmla="*/ 355697 w 1179211"/>
                  <a:gd name="connsiteY444" fmla="*/ 35280 h 84574"/>
                  <a:gd name="connsiteX445" fmla="*/ 362946 w 1179211"/>
                  <a:gd name="connsiteY445" fmla="*/ 33105 h 84574"/>
                  <a:gd name="connsiteX446" fmla="*/ 370195 w 1179211"/>
                  <a:gd name="connsiteY446" fmla="*/ 34796 h 84574"/>
                  <a:gd name="connsiteX447" fmla="*/ 374786 w 1179211"/>
                  <a:gd name="connsiteY447" fmla="*/ 38421 h 84574"/>
                  <a:gd name="connsiteX448" fmla="*/ 379619 w 1179211"/>
                  <a:gd name="connsiteY448" fmla="*/ 32380 h 84574"/>
                  <a:gd name="connsiteX449" fmla="*/ 373820 w 1179211"/>
                  <a:gd name="connsiteY449" fmla="*/ 28997 h 84574"/>
                  <a:gd name="connsiteX450" fmla="*/ 363429 w 1179211"/>
                  <a:gd name="connsiteY450" fmla="*/ 27306 h 84574"/>
                  <a:gd name="connsiteX451" fmla="*/ 355938 w 1179211"/>
                  <a:gd name="connsiteY451" fmla="*/ 28272 h 84574"/>
                  <a:gd name="connsiteX452" fmla="*/ 349656 w 1179211"/>
                  <a:gd name="connsiteY452" fmla="*/ 31172 h 84574"/>
                  <a:gd name="connsiteX453" fmla="*/ 345306 w 1179211"/>
                  <a:gd name="connsiteY453" fmla="*/ 36005 h 84574"/>
                  <a:gd name="connsiteX454" fmla="*/ 343615 w 1179211"/>
                  <a:gd name="connsiteY454" fmla="*/ 42771 h 84574"/>
                  <a:gd name="connsiteX455" fmla="*/ 345065 w 1179211"/>
                  <a:gd name="connsiteY455" fmla="*/ 50020 h 84574"/>
                  <a:gd name="connsiteX456" fmla="*/ 348931 w 1179211"/>
                  <a:gd name="connsiteY456" fmla="*/ 54853 h 84574"/>
                  <a:gd name="connsiteX457" fmla="*/ 354005 w 1179211"/>
                  <a:gd name="connsiteY457" fmla="*/ 57752 h 84574"/>
                  <a:gd name="connsiteX458" fmla="*/ 359321 w 1179211"/>
                  <a:gd name="connsiteY458" fmla="*/ 59686 h 84574"/>
                  <a:gd name="connsiteX459" fmla="*/ 367779 w 1179211"/>
                  <a:gd name="connsiteY459" fmla="*/ 63310 h 84574"/>
                  <a:gd name="connsiteX460" fmla="*/ 370920 w 1179211"/>
                  <a:gd name="connsiteY460" fmla="*/ 70559 h 84574"/>
                  <a:gd name="connsiteX461" fmla="*/ 368262 w 1179211"/>
                  <a:gd name="connsiteY461" fmla="*/ 77325 h 84574"/>
                  <a:gd name="connsiteX462" fmla="*/ 360771 w 1179211"/>
                  <a:gd name="connsiteY462" fmla="*/ 79742 h 84574"/>
                  <a:gd name="connsiteX463" fmla="*/ 355938 w 1179211"/>
                  <a:gd name="connsiteY463" fmla="*/ 79017 h 84574"/>
                  <a:gd name="connsiteX464" fmla="*/ 351830 w 1179211"/>
                  <a:gd name="connsiteY464" fmla="*/ 76842 h 84574"/>
                  <a:gd name="connsiteX465" fmla="*/ 348447 w 1179211"/>
                  <a:gd name="connsiteY465" fmla="*/ 74184 h 84574"/>
                  <a:gd name="connsiteX466" fmla="*/ 346031 w 1179211"/>
                  <a:gd name="connsiteY466" fmla="*/ 71768 h 84574"/>
                  <a:gd name="connsiteX467" fmla="*/ 341198 w 1179211"/>
                  <a:gd name="connsiteY467" fmla="*/ 79500 h 84574"/>
                  <a:gd name="connsiteX468" fmla="*/ 360288 w 1179211"/>
                  <a:gd name="connsiteY468" fmla="*/ 85783 h 84574"/>
                  <a:gd name="connsiteX469" fmla="*/ 368020 w 1179211"/>
                  <a:gd name="connsiteY469" fmla="*/ 84575 h 84574"/>
                  <a:gd name="connsiteX470" fmla="*/ 374303 w 1179211"/>
                  <a:gd name="connsiteY470" fmla="*/ 81192 h 84574"/>
                  <a:gd name="connsiteX471" fmla="*/ 378411 w 1179211"/>
                  <a:gd name="connsiteY471" fmla="*/ 75634 h 84574"/>
                  <a:gd name="connsiteX472" fmla="*/ 380103 w 1179211"/>
                  <a:gd name="connsiteY472" fmla="*/ 68143 h 84574"/>
                  <a:gd name="connsiteX473" fmla="*/ 379619 w 1179211"/>
                  <a:gd name="connsiteY473" fmla="*/ 61377 h 84574"/>
                  <a:gd name="connsiteX474" fmla="*/ 298428 w 1179211"/>
                  <a:gd name="connsiteY474" fmla="*/ 84091 h 84574"/>
                  <a:gd name="connsiteX475" fmla="*/ 307852 w 1179211"/>
                  <a:gd name="connsiteY475" fmla="*/ 84091 h 84574"/>
                  <a:gd name="connsiteX476" fmla="*/ 307852 w 1179211"/>
                  <a:gd name="connsiteY476" fmla="*/ 57511 h 84574"/>
                  <a:gd name="connsiteX477" fmla="*/ 308093 w 1179211"/>
                  <a:gd name="connsiteY477" fmla="*/ 51953 h 84574"/>
                  <a:gd name="connsiteX478" fmla="*/ 308818 w 1179211"/>
                  <a:gd name="connsiteY478" fmla="*/ 46637 h 84574"/>
                  <a:gd name="connsiteX479" fmla="*/ 312926 w 1179211"/>
                  <a:gd name="connsiteY479" fmla="*/ 37938 h 84574"/>
                  <a:gd name="connsiteX480" fmla="*/ 318967 w 1179211"/>
                  <a:gd name="connsiteY480" fmla="*/ 34555 h 84574"/>
                  <a:gd name="connsiteX481" fmla="*/ 325008 w 1179211"/>
                  <a:gd name="connsiteY481" fmla="*/ 40596 h 84574"/>
                  <a:gd name="connsiteX482" fmla="*/ 333224 w 1179211"/>
                  <a:gd name="connsiteY482" fmla="*/ 37696 h 84574"/>
                  <a:gd name="connsiteX483" fmla="*/ 332016 w 1179211"/>
                  <a:gd name="connsiteY483" fmla="*/ 32863 h 84574"/>
                  <a:gd name="connsiteX484" fmla="*/ 329599 w 1179211"/>
                  <a:gd name="connsiteY484" fmla="*/ 29722 h 84574"/>
                  <a:gd name="connsiteX485" fmla="*/ 326216 w 1179211"/>
                  <a:gd name="connsiteY485" fmla="*/ 28030 h 84574"/>
                  <a:gd name="connsiteX486" fmla="*/ 322833 w 1179211"/>
                  <a:gd name="connsiteY486" fmla="*/ 27547 h 84574"/>
                  <a:gd name="connsiteX487" fmla="*/ 314134 w 1179211"/>
                  <a:gd name="connsiteY487" fmla="*/ 30205 h 84574"/>
                  <a:gd name="connsiteX488" fmla="*/ 307852 w 1179211"/>
                  <a:gd name="connsiteY488" fmla="*/ 37696 h 84574"/>
                  <a:gd name="connsiteX489" fmla="*/ 306643 w 1179211"/>
                  <a:gd name="connsiteY489" fmla="*/ 28272 h 84574"/>
                  <a:gd name="connsiteX490" fmla="*/ 297219 w 1179211"/>
                  <a:gd name="connsiteY490" fmla="*/ 29239 h 84574"/>
                  <a:gd name="connsiteX491" fmla="*/ 297461 w 1179211"/>
                  <a:gd name="connsiteY491" fmla="*/ 31413 h 84574"/>
                  <a:gd name="connsiteX492" fmla="*/ 297944 w 1179211"/>
                  <a:gd name="connsiteY492" fmla="*/ 35038 h 84574"/>
                  <a:gd name="connsiteX493" fmla="*/ 298186 w 1179211"/>
                  <a:gd name="connsiteY493" fmla="*/ 39146 h 84574"/>
                  <a:gd name="connsiteX494" fmla="*/ 298428 w 1179211"/>
                  <a:gd name="connsiteY494" fmla="*/ 43254 h 84574"/>
                  <a:gd name="connsiteX495" fmla="*/ 298428 w 1179211"/>
                  <a:gd name="connsiteY495" fmla="*/ 84091 h 84574"/>
                  <a:gd name="connsiteX496" fmla="*/ 267981 w 1179211"/>
                  <a:gd name="connsiteY496" fmla="*/ 38179 h 84574"/>
                  <a:gd name="connsiteX497" fmla="*/ 271122 w 1179211"/>
                  <a:gd name="connsiteY497" fmla="*/ 50262 h 84574"/>
                  <a:gd name="connsiteX498" fmla="*/ 271122 w 1179211"/>
                  <a:gd name="connsiteY498" fmla="*/ 52195 h 84574"/>
                  <a:gd name="connsiteX499" fmla="*/ 243817 w 1179211"/>
                  <a:gd name="connsiteY499" fmla="*/ 52195 h 84574"/>
                  <a:gd name="connsiteX500" fmla="*/ 245508 w 1179211"/>
                  <a:gd name="connsiteY500" fmla="*/ 45187 h 84574"/>
                  <a:gd name="connsiteX501" fmla="*/ 248649 w 1179211"/>
                  <a:gd name="connsiteY501" fmla="*/ 39388 h 84574"/>
                  <a:gd name="connsiteX502" fmla="*/ 253241 w 1179211"/>
                  <a:gd name="connsiteY502" fmla="*/ 35280 h 84574"/>
                  <a:gd name="connsiteX503" fmla="*/ 259282 w 1179211"/>
                  <a:gd name="connsiteY503" fmla="*/ 33830 h 84574"/>
                  <a:gd name="connsiteX504" fmla="*/ 267981 w 1179211"/>
                  <a:gd name="connsiteY504" fmla="*/ 38179 h 84574"/>
                  <a:gd name="connsiteX505" fmla="*/ 281029 w 1179211"/>
                  <a:gd name="connsiteY505" fmla="*/ 58236 h 84574"/>
                  <a:gd name="connsiteX506" fmla="*/ 281029 w 1179211"/>
                  <a:gd name="connsiteY506" fmla="*/ 52678 h 84574"/>
                  <a:gd name="connsiteX507" fmla="*/ 280063 w 1179211"/>
                  <a:gd name="connsiteY507" fmla="*/ 43496 h 84574"/>
                  <a:gd name="connsiteX508" fmla="*/ 276438 w 1179211"/>
                  <a:gd name="connsiteY508" fmla="*/ 35280 h 84574"/>
                  <a:gd name="connsiteX509" fmla="*/ 269672 w 1179211"/>
                  <a:gd name="connsiteY509" fmla="*/ 29480 h 84574"/>
                  <a:gd name="connsiteX510" fmla="*/ 259040 w 1179211"/>
                  <a:gd name="connsiteY510" fmla="*/ 27306 h 84574"/>
                  <a:gd name="connsiteX511" fmla="*/ 249133 w 1179211"/>
                  <a:gd name="connsiteY511" fmla="*/ 29480 h 84574"/>
                  <a:gd name="connsiteX512" fmla="*/ 241159 w 1179211"/>
                  <a:gd name="connsiteY512" fmla="*/ 35521 h 84574"/>
                  <a:gd name="connsiteX513" fmla="*/ 235842 w 1179211"/>
                  <a:gd name="connsiteY513" fmla="*/ 44704 h 84574"/>
                  <a:gd name="connsiteX514" fmla="*/ 233909 w 1179211"/>
                  <a:gd name="connsiteY514" fmla="*/ 56544 h 84574"/>
                  <a:gd name="connsiteX515" fmla="*/ 240675 w 1179211"/>
                  <a:gd name="connsiteY515" fmla="*/ 78292 h 84574"/>
                  <a:gd name="connsiteX516" fmla="*/ 260490 w 1179211"/>
                  <a:gd name="connsiteY516" fmla="*/ 85783 h 84574"/>
                  <a:gd name="connsiteX517" fmla="*/ 272572 w 1179211"/>
                  <a:gd name="connsiteY517" fmla="*/ 83125 h 84574"/>
                  <a:gd name="connsiteX518" fmla="*/ 282238 w 1179211"/>
                  <a:gd name="connsiteY518" fmla="*/ 75151 h 84574"/>
                  <a:gd name="connsiteX519" fmla="*/ 278371 w 1179211"/>
                  <a:gd name="connsiteY519" fmla="*/ 71043 h 84574"/>
                  <a:gd name="connsiteX520" fmla="*/ 268947 w 1179211"/>
                  <a:gd name="connsiteY520" fmla="*/ 77567 h 84574"/>
                  <a:gd name="connsiteX521" fmla="*/ 261215 w 1179211"/>
                  <a:gd name="connsiteY521" fmla="*/ 79017 h 84574"/>
                  <a:gd name="connsiteX522" fmla="*/ 248649 w 1179211"/>
                  <a:gd name="connsiteY522" fmla="*/ 73701 h 84574"/>
                  <a:gd name="connsiteX523" fmla="*/ 244058 w 1179211"/>
                  <a:gd name="connsiteY523" fmla="*/ 58477 h 84574"/>
                  <a:gd name="connsiteX524" fmla="*/ 281029 w 1179211"/>
                  <a:gd name="connsiteY524" fmla="*/ 58477 h 84574"/>
                  <a:gd name="connsiteX525" fmla="*/ 183648 w 1179211"/>
                  <a:gd name="connsiteY525" fmla="*/ 28997 h 84574"/>
                  <a:gd name="connsiteX526" fmla="*/ 172774 w 1179211"/>
                  <a:gd name="connsiteY526" fmla="*/ 28997 h 84574"/>
                  <a:gd name="connsiteX527" fmla="*/ 195247 w 1179211"/>
                  <a:gd name="connsiteY527" fmla="*/ 85300 h 84574"/>
                  <a:gd name="connsiteX528" fmla="*/ 203221 w 1179211"/>
                  <a:gd name="connsiteY528" fmla="*/ 85300 h 84574"/>
                  <a:gd name="connsiteX529" fmla="*/ 226418 w 1179211"/>
                  <a:gd name="connsiteY529" fmla="*/ 28997 h 84574"/>
                  <a:gd name="connsiteX530" fmla="*/ 217236 w 1179211"/>
                  <a:gd name="connsiteY530" fmla="*/ 28997 h 84574"/>
                  <a:gd name="connsiteX531" fmla="*/ 202496 w 1179211"/>
                  <a:gd name="connsiteY531" fmla="*/ 67660 h 84574"/>
                  <a:gd name="connsiteX532" fmla="*/ 200079 w 1179211"/>
                  <a:gd name="connsiteY532" fmla="*/ 76359 h 84574"/>
                  <a:gd name="connsiteX533" fmla="*/ 199354 w 1179211"/>
                  <a:gd name="connsiteY533" fmla="*/ 72734 h 84574"/>
                  <a:gd name="connsiteX534" fmla="*/ 197663 w 1179211"/>
                  <a:gd name="connsiteY534" fmla="*/ 67176 h 84574"/>
                  <a:gd name="connsiteX535" fmla="*/ 183648 w 1179211"/>
                  <a:gd name="connsiteY535" fmla="*/ 28997 h 84574"/>
                  <a:gd name="connsiteX536" fmla="*/ 159000 w 1179211"/>
                  <a:gd name="connsiteY536" fmla="*/ 28997 h 84574"/>
                  <a:gd name="connsiteX537" fmla="*/ 148851 w 1179211"/>
                  <a:gd name="connsiteY537" fmla="*/ 28997 h 84574"/>
                  <a:gd name="connsiteX538" fmla="*/ 148851 w 1179211"/>
                  <a:gd name="connsiteY538" fmla="*/ 84091 h 84574"/>
                  <a:gd name="connsiteX539" fmla="*/ 159000 w 1179211"/>
                  <a:gd name="connsiteY539" fmla="*/ 84091 h 84574"/>
                  <a:gd name="connsiteX540" fmla="*/ 159000 w 1179211"/>
                  <a:gd name="connsiteY540" fmla="*/ 28997 h 84574"/>
                  <a:gd name="connsiteX541" fmla="*/ 158517 w 1179211"/>
                  <a:gd name="connsiteY541" fmla="*/ 2416 h 84574"/>
                  <a:gd name="connsiteX542" fmla="*/ 154167 w 1179211"/>
                  <a:gd name="connsiteY542" fmla="*/ 483 h 84574"/>
                  <a:gd name="connsiteX543" fmla="*/ 149576 w 1179211"/>
                  <a:gd name="connsiteY543" fmla="*/ 2416 h 84574"/>
                  <a:gd name="connsiteX544" fmla="*/ 147643 w 1179211"/>
                  <a:gd name="connsiteY544" fmla="*/ 6766 h 84574"/>
                  <a:gd name="connsiteX545" fmla="*/ 149576 w 1179211"/>
                  <a:gd name="connsiteY545" fmla="*/ 11116 h 84574"/>
                  <a:gd name="connsiteX546" fmla="*/ 154167 w 1179211"/>
                  <a:gd name="connsiteY546" fmla="*/ 13049 h 84574"/>
                  <a:gd name="connsiteX547" fmla="*/ 158517 w 1179211"/>
                  <a:gd name="connsiteY547" fmla="*/ 11116 h 84574"/>
                  <a:gd name="connsiteX548" fmla="*/ 160450 w 1179211"/>
                  <a:gd name="connsiteY548" fmla="*/ 6766 h 84574"/>
                  <a:gd name="connsiteX549" fmla="*/ 158517 w 1179211"/>
                  <a:gd name="connsiteY549" fmla="*/ 2416 h 84574"/>
                  <a:gd name="connsiteX550" fmla="*/ 128795 w 1179211"/>
                  <a:gd name="connsiteY550" fmla="*/ 84091 h 84574"/>
                  <a:gd name="connsiteX551" fmla="*/ 128795 w 1179211"/>
                  <a:gd name="connsiteY551" fmla="*/ 49537 h 84574"/>
                  <a:gd name="connsiteX552" fmla="*/ 128312 w 1179211"/>
                  <a:gd name="connsiteY552" fmla="*/ 41079 h 84574"/>
                  <a:gd name="connsiteX553" fmla="*/ 126137 w 1179211"/>
                  <a:gd name="connsiteY553" fmla="*/ 34071 h 84574"/>
                  <a:gd name="connsiteX554" fmla="*/ 120338 w 1179211"/>
                  <a:gd name="connsiteY554" fmla="*/ 29239 h 84574"/>
                  <a:gd name="connsiteX555" fmla="*/ 109705 w 1179211"/>
                  <a:gd name="connsiteY555" fmla="*/ 27306 h 84574"/>
                  <a:gd name="connsiteX556" fmla="*/ 102214 w 1179211"/>
                  <a:gd name="connsiteY556" fmla="*/ 28514 h 84574"/>
                  <a:gd name="connsiteX557" fmla="*/ 96898 w 1179211"/>
                  <a:gd name="connsiteY557" fmla="*/ 31655 h 84574"/>
                  <a:gd name="connsiteX558" fmla="*/ 93274 w 1179211"/>
                  <a:gd name="connsiteY558" fmla="*/ 35280 h 84574"/>
                  <a:gd name="connsiteX559" fmla="*/ 91341 w 1179211"/>
                  <a:gd name="connsiteY559" fmla="*/ 37938 h 84574"/>
                  <a:gd name="connsiteX560" fmla="*/ 90132 w 1179211"/>
                  <a:gd name="connsiteY560" fmla="*/ 28514 h 84574"/>
                  <a:gd name="connsiteX561" fmla="*/ 80708 w 1179211"/>
                  <a:gd name="connsiteY561" fmla="*/ 29480 h 84574"/>
                  <a:gd name="connsiteX562" fmla="*/ 80950 w 1179211"/>
                  <a:gd name="connsiteY562" fmla="*/ 31655 h 84574"/>
                  <a:gd name="connsiteX563" fmla="*/ 81433 w 1179211"/>
                  <a:gd name="connsiteY563" fmla="*/ 35280 h 84574"/>
                  <a:gd name="connsiteX564" fmla="*/ 81675 w 1179211"/>
                  <a:gd name="connsiteY564" fmla="*/ 39388 h 84574"/>
                  <a:gd name="connsiteX565" fmla="*/ 81917 w 1179211"/>
                  <a:gd name="connsiteY565" fmla="*/ 43496 h 84574"/>
                  <a:gd name="connsiteX566" fmla="*/ 81917 w 1179211"/>
                  <a:gd name="connsiteY566" fmla="*/ 84333 h 84574"/>
                  <a:gd name="connsiteX567" fmla="*/ 91824 w 1179211"/>
                  <a:gd name="connsiteY567" fmla="*/ 84333 h 84574"/>
                  <a:gd name="connsiteX568" fmla="*/ 91824 w 1179211"/>
                  <a:gd name="connsiteY568" fmla="*/ 53403 h 84574"/>
                  <a:gd name="connsiteX569" fmla="*/ 93032 w 1179211"/>
                  <a:gd name="connsiteY569" fmla="*/ 46154 h 84574"/>
                  <a:gd name="connsiteX570" fmla="*/ 96415 w 1179211"/>
                  <a:gd name="connsiteY570" fmla="*/ 40354 h 84574"/>
                  <a:gd name="connsiteX571" fmla="*/ 101248 w 1179211"/>
                  <a:gd name="connsiteY571" fmla="*/ 36488 h 84574"/>
                  <a:gd name="connsiteX572" fmla="*/ 107531 w 1179211"/>
                  <a:gd name="connsiteY572" fmla="*/ 35038 h 84574"/>
                  <a:gd name="connsiteX573" fmla="*/ 113572 w 1179211"/>
                  <a:gd name="connsiteY573" fmla="*/ 36005 h 84574"/>
                  <a:gd name="connsiteX574" fmla="*/ 117196 w 1179211"/>
                  <a:gd name="connsiteY574" fmla="*/ 38904 h 84574"/>
                  <a:gd name="connsiteX575" fmla="*/ 118888 w 1179211"/>
                  <a:gd name="connsiteY575" fmla="*/ 43496 h 84574"/>
                  <a:gd name="connsiteX576" fmla="*/ 119371 w 1179211"/>
                  <a:gd name="connsiteY576" fmla="*/ 49778 h 84574"/>
                  <a:gd name="connsiteX577" fmla="*/ 119371 w 1179211"/>
                  <a:gd name="connsiteY577" fmla="*/ 84333 h 84574"/>
                  <a:gd name="connsiteX578" fmla="*/ 128795 w 1179211"/>
                  <a:gd name="connsiteY578" fmla="*/ 84333 h 84574"/>
                  <a:gd name="connsiteX579" fmla="*/ 60894 w 1179211"/>
                  <a:gd name="connsiteY579" fmla="*/ 5799 h 84574"/>
                  <a:gd name="connsiteX580" fmla="*/ 50986 w 1179211"/>
                  <a:gd name="connsiteY580" fmla="*/ 5799 h 84574"/>
                  <a:gd name="connsiteX581" fmla="*/ 50986 w 1179211"/>
                  <a:gd name="connsiteY581" fmla="*/ 54128 h 84574"/>
                  <a:gd name="connsiteX582" fmla="*/ 49295 w 1179211"/>
                  <a:gd name="connsiteY582" fmla="*/ 66935 h 84574"/>
                  <a:gd name="connsiteX583" fmla="*/ 44945 w 1179211"/>
                  <a:gd name="connsiteY583" fmla="*/ 74667 h 84574"/>
                  <a:gd name="connsiteX584" fmla="*/ 38421 w 1179211"/>
                  <a:gd name="connsiteY584" fmla="*/ 78534 h 84574"/>
                  <a:gd name="connsiteX585" fmla="*/ 30447 w 1179211"/>
                  <a:gd name="connsiteY585" fmla="*/ 79500 h 84574"/>
                  <a:gd name="connsiteX586" fmla="*/ 22231 w 1179211"/>
                  <a:gd name="connsiteY586" fmla="*/ 78534 h 84574"/>
                  <a:gd name="connsiteX587" fmla="*/ 15707 w 1179211"/>
                  <a:gd name="connsiteY587" fmla="*/ 74667 h 84574"/>
                  <a:gd name="connsiteX588" fmla="*/ 11357 w 1179211"/>
                  <a:gd name="connsiteY588" fmla="*/ 66935 h 84574"/>
                  <a:gd name="connsiteX589" fmla="*/ 9666 w 1179211"/>
                  <a:gd name="connsiteY589" fmla="*/ 54128 h 84574"/>
                  <a:gd name="connsiteX590" fmla="*/ 9666 w 1179211"/>
                  <a:gd name="connsiteY590" fmla="*/ 5799 h 84574"/>
                  <a:gd name="connsiteX591" fmla="*/ 0 w 1179211"/>
                  <a:gd name="connsiteY591" fmla="*/ 5799 h 84574"/>
                  <a:gd name="connsiteX592" fmla="*/ 0 w 1179211"/>
                  <a:gd name="connsiteY592" fmla="*/ 54853 h 84574"/>
                  <a:gd name="connsiteX593" fmla="*/ 7733 w 1179211"/>
                  <a:gd name="connsiteY593" fmla="*/ 79500 h 84574"/>
                  <a:gd name="connsiteX594" fmla="*/ 30689 w 1179211"/>
                  <a:gd name="connsiteY594" fmla="*/ 86749 h 84574"/>
                  <a:gd name="connsiteX595" fmla="*/ 53403 w 1179211"/>
                  <a:gd name="connsiteY595" fmla="*/ 79500 h 84574"/>
                  <a:gd name="connsiteX596" fmla="*/ 60894 w 1179211"/>
                  <a:gd name="connsiteY596" fmla="*/ 54853 h 84574"/>
                  <a:gd name="connsiteX597" fmla="*/ 60894 w 1179211"/>
                  <a:gd name="connsiteY597" fmla="*/ 5799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</a:cxnLst>
                <a:rect l="l" t="t" r="r" b="b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5" name="Freihandform: Form 64">
                <a:extLst>
                  <a:ext uri="{FF2B5EF4-FFF2-40B4-BE49-F238E27FC236}">
                    <a16:creationId xmlns:a16="http://schemas.microsoft.com/office/drawing/2014/main" id="{4EEEE710-875E-4346-9F6D-CFFB3EF72B31}"/>
                  </a:ext>
                </a:extLst>
              </p:cNvPr>
              <p:cNvSpPr/>
              <p:nvPr/>
            </p:nvSpPr>
            <p:spPr>
              <a:xfrm>
                <a:off x="11569754" y="1219314"/>
                <a:ext cx="152234" cy="132903"/>
              </a:xfrm>
              <a:custGeom>
                <a:avLst/>
                <a:gdLst>
                  <a:gd name="connsiteX0" fmla="*/ 0 w 152234"/>
                  <a:gd name="connsiteY0" fmla="*/ 134353 h 132902"/>
                  <a:gd name="connsiteX1" fmla="*/ 84816 w 152234"/>
                  <a:gd name="connsiteY1" fmla="*/ 134353 h 132902"/>
                  <a:gd name="connsiteX2" fmla="*/ 152234 w 152234"/>
                  <a:gd name="connsiteY2" fmla="*/ 67176 h 132902"/>
                  <a:gd name="connsiteX3" fmla="*/ 84816 w 152234"/>
                  <a:gd name="connsiteY3" fmla="*/ 0 h 132902"/>
                  <a:gd name="connsiteX4" fmla="*/ 0 w 152234"/>
                  <a:gd name="connsiteY4" fmla="*/ 0 h 132902"/>
                  <a:gd name="connsiteX5" fmla="*/ 0 w 152234"/>
                  <a:gd name="connsiteY5" fmla="*/ 134353 h 132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</p:grpSp>
      <p:sp>
        <p:nvSpPr>
          <p:cNvPr id="40" name="Textplatzhalter 3">
            <a:extLst>
              <a:ext uri="{FF2B5EF4-FFF2-40B4-BE49-F238E27FC236}">
                <a16:creationId xmlns:a16="http://schemas.microsoft.com/office/drawing/2014/main" id="{28366CDA-53C4-C445-BB35-C76A6EF75D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23032" y="1089025"/>
            <a:ext cx="4000268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3479887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71" userDrawn="1">
          <p15:clr>
            <a:srgbClr val="FBAE40"/>
          </p15:clr>
        </p15:guide>
        <p15:guide id="2" orient="horz" pos="1537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zw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2 Bilder (bearbeiten)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133C81B-6C39-4BD5-9BF9-8617341D801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0" y="1422400"/>
            <a:ext cx="4544616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915B8044-0142-42E8-8428-B098000CEBD6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99384" y="1422400"/>
            <a:ext cx="4544616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FC4DC007-2365-A648-88B1-D6FDE125CD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3662697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97" userDrawn="1">
          <p15:clr>
            <a:srgbClr val="FBAE40"/>
          </p15:clr>
        </p15:guide>
        <p15:guide id="3" pos="286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dr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3 Bilder (bearbeiten)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C021923-B745-4638-A634-E1DA375F90E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1422399"/>
            <a:ext cx="2978945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11" name="Inhaltsplatzhalter 3">
            <a:extLst>
              <a:ext uri="{FF2B5EF4-FFF2-40B4-BE49-F238E27FC236}">
                <a16:creationId xmlns:a16="http://schemas.microsoft.com/office/drawing/2014/main" id="{47556F71-EDA3-472E-9372-CE0F4A696721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032522" y="1422400"/>
            <a:ext cx="3078956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12" name="Inhaltsplatzhalter 3">
            <a:extLst>
              <a:ext uri="{FF2B5EF4-FFF2-40B4-BE49-F238E27FC236}">
                <a16:creationId xmlns:a16="http://schemas.microsoft.com/office/drawing/2014/main" id="{C1ADC803-A245-408E-AB12-EC54C19B5108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65058" y="1422400"/>
            <a:ext cx="2978943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58BC8DE0-A3EE-804D-838F-898D4F788BC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37367648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10" userDrawn="1">
          <p15:clr>
            <a:srgbClr val="FBAE40"/>
          </p15:clr>
        </p15:guide>
        <p15:guide id="3" pos="3850" userDrawn="1">
          <p15:clr>
            <a:srgbClr val="FBAE40"/>
          </p15:clr>
        </p15:guide>
        <p15:guide id="4" pos="3884" userDrawn="1">
          <p15:clr>
            <a:srgbClr val="FBAE40"/>
          </p15:clr>
        </p15:guide>
        <p15:guide id="5" pos="1877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chrift + Bild gro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Großes Bild (bearbeiten)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F40F789-6719-4203-8D60-D2478F65170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0" y="1422399"/>
            <a:ext cx="9144000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7" name="Textplatzhalter 3">
            <a:extLst>
              <a:ext uri="{FF2B5EF4-FFF2-40B4-BE49-F238E27FC236}">
                <a16:creationId xmlns:a16="http://schemas.microsoft.com/office/drawing/2014/main" id="{75616D54-86F2-9449-AA54-998236971E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36809410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 userDrawn="1">
          <p15:clr>
            <a:srgbClr val="FBAE40"/>
          </p15:clr>
        </p15:guide>
        <p15:guide id="2" orient="horz" pos="2014" userDrawn="1">
          <p15:clr>
            <a:srgbClr val="FBAE40"/>
          </p15:clr>
        </p15:guide>
        <p15:guide id="3" pos="2863" userDrawn="1">
          <p15:clr>
            <a:srgbClr val="FBAE40"/>
          </p15:clr>
        </p15:guide>
        <p15:guide id="4" pos="2897" userDrawn="1">
          <p15:clr>
            <a:srgbClr val="FBAE40"/>
          </p15:clr>
        </p15:guide>
        <p15:guide id="5" pos="1928" userDrawn="1">
          <p15:clr>
            <a:srgbClr val="FBAE40"/>
          </p15:clr>
        </p15:guide>
        <p15:guide id="6" pos="1894" userDrawn="1">
          <p15:clr>
            <a:srgbClr val="FBAE40"/>
          </p15:clr>
        </p15:guide>
        <p15:guide id="7" pos="958" userDrawn="1">
          <p15:clr>
            <a:srgbClr val="FBAE40"/>
          </p15:clr>
        </p15:guide>
        <p15:guide id="8" pos="924" userDrawn="1">
          <p15:clr>
            <a:srgbClr val="FBAE40"/>
          </p15:clr>
        </p15:guide>
        <p15:guide id="9" pos="4309" userDrawn="1">
          <p15:clr>
            <a:srgbClr val="FBAE40"/>
          </p15:clr>
        </p15:guide>
        <p15:guide id="10" pos="4343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6BC85E-9658-4D4D-BDC1-B9AA54CC6E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Titel (bearbeiten)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450C059-9EF2-4BF6-ACD1-CD0A42FA1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FF95CDF-AED9-4575-BFCF-0B8549EE4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sp>
        <p:nvSpPr>
          <p:cNvPr id="6" name="Textplatzhalter 3">
            <a:extLst>
              <a:ext uri="{FF2B5EF4-FFF2-40B4-BE49-F238E27FC236}">
                <a16:creationId xmlns:a16="http://schemas.microsoft.com/office/drawing/2014/main" id="{D803084A-5ADB-8145-8DBF-2148A08267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12352740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6BC85E-9658-4D4D-BDC1-B9AA54CC6E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Titel (bearbeiten)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450C059-9EF2-4BF6-ACD1-CD0A42FA1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FF95CDF-AED9-4575-BFCF-0B8549EE4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03771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5327C6-E598-4991-AB22-BE7A8B83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581514-8A34-423E-AF48-23D40C9B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89286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+ Heinekop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4F2D883D-86A1-4B38-BBBC-81F258AD3664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  <a:solidFill>
            <a:schemeClr val="tx2"/>
          </a:solidFill>
        </p:grpSpPr>
        <p:sp>
          <p:nvSpPr>
            <p:cNvPr id="51" name="bk object 18">
              <a:extLst>
                <a:ext uri="{FF2B5EF4-FFF2-40B4-BE49-F238E27FC236}">
                  <a16:creationId xmlns:a16="http://schemas.microsoft.com/office/drawing/2014/main" id="{A0B87E1F-4D99-4450-9167-085B1ECC6BB2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bk object 18">
              <a:extLst>
                <a:ext uri="{FF2B5EF4-FFF2-40B4-BE49-F238E27FC236}">
                  <a16:creationId xmlns:a16="http://schemas.microsoft.com/office/drawing/2014/main" id="{29147ACE-4C7A-4AC3-A60F-A813EE08D57E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Holder 3">
              <a:extLst>
                <a:ext uri="{FF2B5EF4-FFF2-40B4-BE49-F238E27FC236}">
                  <a16:creationId xmlns:a16="http://schemas.microsoft.com/office/drawing/2014/main" id="{3187F65C-802F-454B-B4D7-B16EEF26A62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  <a:grpFill/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sp>
        <p:nvSpPr>
          <p:cNvPr id="5" name="Titel 1">
            <a:extLst>
              <a:ext uri="{FF2B5EF4-FFF2-40B4-BE49-F238E27FC236}">
                <a16:creationId xmlns:a16="http://schemas.microsoft.com/office/drawing/2014/main" id="{B0EFD377-4EA8-4233-8819-69CE7EFB9E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42920" y="3034543"/>
            <a:ext cx="4779587" cy="919235"/>
          </a:xfrm>
        </p:spPr>
        <p:txBody>
          <a:bodyPr/>
          <a:lstStyle>
            <a:lvl1pPr algn="r">
              <a:defRPr/>
            </a:lvl1pPr>
          </a:lstStyle>
          <a:p>
            <a:r>
              <a:rPr lang="de-DE" dirty="0" err="1"/>
              <a:t>Kapiteltrenner</a:t>
            </a:r>
            <a:r>
              <a:rPr lang="de-DE" dirty="0"/>
              <a:t> (bearbeiten)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B9C8E9F-01A9-4CE0-8030-B76B3BE38D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921" t="8747" b="17591"/>
          <a:stretch>
            <a:fillRect/>
          </a:stretch>
        </p:blipFill>
        <p:spPr>
          <a:xfrm>
            <a:off x="0" y="0"/>
            <a:ext cx="3731958" cy="4914900"/>
          </a:xfrm>
          <a:custGeom>
            <a:avLst/>
            <a:gdLst>
              <a:gd name="connsiteX0" fmla="*/ 0 w 5015880"/>
              <a:gd name="connsiteY0" fmla="*/ 0 h 6597650"/>
              <a:gd name="connsiteX1" fmla="*/ 5015880 w 5015880"/>
              <a:gd name="connsiteY1" fmla="*/ 0 h 6597650"/>
              <a:gd name="connsiteX2" fmla="*/ 5015880 w 5015880"/>
              <a:gd name="connsiteY2" fmla="*/ 6597650 h 6597650"/>
              <a:gd name="connsiteX3" fmla="*/ 0 w 5015880"/>
              <a:gd name="connsiteY3" fmla="*/ 6597650 h 659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</p:spPr>
      </p:pic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5327C6-E598-4991-AB22-BE7A8B83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581514-8A34-423E-AF48-23D40C9B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grpSp>
        <p:nvGrpSpPr>
          <p:cNvPr id="42" name="Grafik 9">
            <a:extLst>
              <a:ext uri="{FF2B5EF4-FFF2-40B4-BE49-F238E27FC236}">
                <a16:creationId xmlns:a16="http://schemas.microsoft.com/office/drawing/2014/main" id="{4667E34A-CC7E-4835-9AC5-FE237F81C03D}"/>
              </a:ext>
            </a:extLst>
          </p:cNvPr>
          <p:cNvGrpSpPr/>
          <p:nvPr userDrawn="1"/>
        </p:nvGrpSpPr>
        <p:grpSpPr>
          <a:xfrm>
            <a:off x="7741437" y="394294"/>
            <a:ext cx="1049330" cy="621121"/>
            <a:chOff x="10321916" y="525077"/>
            <a:chExt cx="1399106" cy="827140"/>
          </a:xfrm>
          <a:solidFill>
            <a:schemeClr val="accent1"/>
          </a:solidFill>
        </p:grpSpPr>
        <p:grpSp>
          <p:nvGrpSpPr>
            <p:cNvPr id="43" name="Grafik 9">
              <a:extLst>
                <a:ext uri="{FF2B5EF4-FFF2-40B4-BE49-F238E27FC236}">
                  <a16:creationId xmlns:a16="http://schemas.microsoft.com/office/drawing/2014/main" id="{626385F0-EFB3-4177-8D2F-2F9907091087}"/>
                </a:ext>
              </a:extLst>
            </p:cNvPr>
            <p:cNvGrpSpPr/>
            <p:nvPr/>
          </p:nvGrpSpPr>
          <p:grpSpPr>
            <a:xfrm>
              <a:off x="10321916" y="525077"/>
              <a:ext cx="1179212" cy="575107"/>
              <a:chOff x="10321916" y="525077"/>
              <a:chExt cx="1179212" cy="575107"/>
            </a:xfrm>
            <a:solidFill>
              <a:schemeClr val="accent1"/>
            </a:solidFill>
          </p:grpSpPr>
          <p:sp>
            <p:nvSpPr>
              <p:cNvPr id="66" name="Freihandform: Form 65">
                <a:extLst>
                  <a:ext uri="{FF2B5EF4-FFF2-40B4-BE49-F238E27FC236}">
                    <a16:creationId xmlns:a16="http://schemas.microsoft.com/office/drawing/2014/main" id="{6808F36E-77C0-40F5-86F8-7030FC5D0DFD}"/>
                  </a:ext>
                </a:extLst>
              </p:cNvPr>
              <p:cNvSpPr/>
              <p:nvPr/>
            </p:nvSpPr>
            <p:spPr>
              <a:xfrm>
                <a:off x="11143981" y="639857"/>
                <a:ext cx="357630" cy="357630"/>
              </a:xfrm>
              <a:custGeom>
                <a:avLst/>
                <a:gdLst>
                  <a:gd name="connsiteX0" fmla="*/ 358113 w 357629"/>
                  <a:gd name="connsiteY0" fmla="*/ 0 h 357629"/>
                  <a:gd name="connsiteX1" fmla="*/ 358113 w 357629"/>
                  <a:gd name="connsiteY1" fmla="*/ 179540 h 357629"/>
                  <a:gd name="connsiteX2" fmla="*/ 179057 w 357629"/>
                  <a:gd name="connsiteY2" fmla="*/ 359080 h 357629"/>
                  <a:gd name="connsiteX3" fmla="*/ 0 w 357629"/>
                  <a:gd name="connsiteY3" fmla="*/ 179540 h 357629"/>
                  <a:gd name="connsiteX4" fmla="*/ 0 w 357629"/>
                  <a:gd name="connsiteY4" fmla="*/ 0 h 357629"/>
                  <a:gd name="connsiteX5" fmla="*/ 90857 w 357629"/>
                  <a:gd name="connsiteY5" fmla="*/ 0 h 357629"/>
                  <a:gd name="connsiteX6" fmla="*/ 90857 w 357629"/>
                  <a:gd name="connsiteY6" fmla="*/ 171807 h 357629"/>
                  <a:gd name="connsiteX7" fmla="*/ 179057 w 357629"/>
                  <a:gd name="connsiteY7" fmla="*/ 265323 h 357629"/>
                  <a:gd name="connsiteX8" fmla="*/ 267256 w 357629"/>
                  <a:gd name="connsiteY8" fmla="*/ 171807 h 357629"/>
                  <a:gd name="connsiteX9" fmla="*/ 267256 w 357629"/>
                  <a:gd name="connsiteY9" fmla="*/ 0 h 357629"/>
                  <a:gd name="connsiteX10" fmla="*/ 358113 w 357629"/>
                  <a:gd name="connsiteY10" fmla="*/ 0 h 35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7" name="Freihandform: Form 66">
                <a:extLst>
                  <a:ext uri="{FF2B5EF4-FFF2-40B4-BE49-F238E27FC236}">
                    <a16:creationId xmlns:a16="http://schemas.microsoft.com/office/drawing/2014/main" id="{46CD7CF4-F97B-47E8-A3F8-5B4275184858}"/>
                  </a:ext>
                </a:extLst>
              </p:cNvPr>
              <p:cNvSpPr/>
              <p:nvPr/>
            </p:nvSpPr>
            <p:spPr>
              <a:xfrm>
                <a:off x="10321916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8" name="Freihandform: Form 67">
                <a:extLst>
                  <a:ext uri="{FF2B5EF4-FFF2-40B4-BE49-F238E27FC236}">
                    <a16:creationId xmlns:a16="http://schemas.microsoft.com/office/drawing/2014/main" id="{5C9615FD-3950-4AAF-91D1-B7E0D1523EB1}"/>
                  </a:ext>
                </a:extLst>
              </p:cNvPr>
              <p:cNvSpPr/>
              <p:nvPr/>
            </p:nvSpPr>
            <p:spPr>
              <a:xfrm>
                <a:off x="10734399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9" name="Freihandform: Form 68">
                <a:extLst>
                  <a:ext uri="{FF2B5EF4-FFF2-40B4-BE49-F238E27FC236}">
                    <a16:creationId xmlns:a16="http://schemas.microsoft.com/office/drawing/2014/main" id="{6D61BCB8-A392-44BE-9B58-0C8894F2C6E3}"/>
                  </a:ext>
                </a:extLst>
              </p:cNvPr>
              <p:cNvSpPr/>
              <p:nvPr/>
            </p:nvSpPr>
            <p:spPr>
              <a:xfrm>
                <a:off x="104640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0" name="Freihandform: Form 69">
                <a:extLst>
                  <a:ext uri="{FF2B5EF4-FFF2-40B4-BE49-F238E27FC236}">
                    <a16:creationId xmlns:a16="http://schemas.microsoft.com/office/drawing/2014/main" id="{5651F35B-CB90-42B4-A471-984346A049EA}"/>
                  </a:ext>
                </a:extLst>
              </p:cNvPr>
              <p:cNvSpPr/>
              <p:nvPr/>
            </p:nvSpPr>
            <p:spPr>
              <a:xfrm>
                <a:off x="10610678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1" name="Freihandform: Form 70">
                <a:extLst>
                  <a:ext uri="{FF2B5EF4-FFF2-40B4-BE49-F238E27FC236}">
                    <a16:creationId xmlns:a16="http://schemas.microsoft.com/office/drawing/2014/main" id="{8CE6B607-72CF-4173-94CC-C59F836899DC}"/>
                  </a:ext>
                </a:extLst>
              </p:cNvPr>
              <p:cNvSpPr/>
              <p:nvPr/>
            </p:nvSpPr>
            <p:spPr>
              <a:xfrm>
                <a:off x="109497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44" name="Freihandform: Form 43">
              <a:extLst>
                <a:ext uri="{FF2B5EF4-FFF2-40B4-BE49-F238E27FC236}">
                  <a16:creationId xmlns:a16="http://schemas.microsoft.com/office/drawing/2014/main" id="{500087AB-383E-4624-A927-873B03065E80}"/>
                </a:ext>
              </a:extLst>
            </p:cNvPr>
            <p:cNvSpPr/>
            <p:nvPr/>
          </p:nvSpPr>
          <p:spPr>
            <a:xfrm>
              <a:off x="10322158" y="1089069"/>
              <a:ext cx="57994" cy="77325"/>
            </a:xfrm>
            <a:custGeom>
              <a:avLst/>
              <a:gdLst>
                <a:gd name="connsiteX0" fmla="*/ 49053 w 57994"/>
                <a:gd name="connsiteY0" fmla="*/ 0 h 77325"/>
                <a:gd name="connsiteX1" fmla="*/ 49053 w 57994"/>
                <a:gd name="connsiteY1" fmla="*/ 34071 h 77325"/>
                <a:gd name="connsiteX2" fmla="*/ 10149 w 57994"/>
                <a:gd name="connsiteY2" fmla="*/ 34071 h 77325"/>
                <a:gd name="connsiteX3" fmla="*/ 10149 w 57994"/>
                <a:gd name="connsiteY3" fmla="*/ 0 h 77325"/>
                <a:gd name="connsiteX4" fmla="*/ 0 w 57994"/>
                <a:gd name="connsiteY4" fmla="*/ 0 h 77325"/>
                <a:gd name="connsiteX5" fmla="*/ 0 w 57994"/>
                <a:gd name="connsiteY5" fmla="*/ 78292 h 77325"/>
                <a:gd name="connsiteX6" fmla="*/ 10149 w 57994"/>
                <a:gd name="connsiteY6" fmla="*/ 78292 h 77325"/>
                <a:gd name="connsiteX7" fmla="*/ 10149 w 57994"/>
                <a:gd name="connsiteY7" fmla="*/ 40837 h 77325"/>
                <a:gd name="connsiteX8" fmla="*/ 49053 w 57994"/>
                <a:gd name="connsiteY8" fmla="*/ 40837 h 77325"/>
                <a:gd name="connsiteX9" fmla="*/ 49053 w 57994"/>
                <a:gd name="connsiteY9" fmla="*/ 78292 h 77325"/>
                <a:gd name="connsiteX10" fmla="*/ 58961 w 57994"/>
                <a:gd name="connsiteY10" fmla="*/ 78292 h 77325"/>
                <a:gd name="connsiteX11" fmla="*/ 58961 w 57994"/>
                <a:gd name="connsiteY11" fmla="*/ 0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45" name="Freihandform: Form 44">
              <a:extLst>
                <a:ext uri="{FF2B5EF4-FFF2-40B4-BE49-F238E27FC236}">
                  <a16:creationId xmlns:a16="http://schemas.microsoft.com/office/drawing/2014/main" id="{22AA03D7-3F03-4C4F-A0C9-836B56272C8C}"/>
                </a:ext>
              </a:extLst>
            </p:cNvPr>
            <p:cNvSpPr/>
            <p:nvPr/>
          </p:nvSpPr>
          <p:spPr>
            <a:xfrm>
              <a:off x="10399483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6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46" name="Freihandform: Form 45">
              <a:extLst>
                <a:ext uri="{FF2B5EF4-FFF2-40B4-BE49-F238E27FC236}">
                  <a16:creationId xmlns:a16="http://schemas.microsoft.com/office/drawing/2014/main" id="{908EC93F-835E-4D0F-A675-2F99EC043AA5}"/>
                </a:ext>
              </a:extLst>
            </p:cNvPr>
            <p:cNvSpPr/>
            <p:nvPr/>
          </p:nvSpPr>
          <p:spPr>
            <a:xfrm>
              <a:off x="104654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47" name="Grafik 9">
              <a:extLst>
                <a:ext uri="{FF2B5EF4-FFF2-40B4-BE49-F238E27FC236}">
                  <a16:creationId xmlns:a16="http://schemas.microsoft.com/office/drawing/2014/main" id="{2CEF44ED-A72E-4351-9881-F8B58E7CA517}"/>
                </a:ext>
              </a:extLst>
            </p:cNvPr>
            <p:cNvGrpSpPr/>
            <p:nvPr/>
          </p:nvGrpSpPr>
          <p:grpSpPr>
            <a:xfrm>
              <a:off x="10496140" y="1110575"/>
              <a:ext cx="101490" cy="55578"/>
              <a:chOff x="10496140" y="1110575"/>
              <a:chExt cx="101490" cy="55578"/>
            </a:xfrm>
            <a:solidFill>
              <a:srgbClr val="000000"/>
            </a:solidFill>
          </p:grpSpPr>
          <p:sp>
            <p:nvSpPr>
              <p:cNvPr id="64" name="Freihandform: Form 63">
                <a:extLst>
                  <a:ext uri="{FF2B5EF4-FFF2-40B4-BE49-F238E27FC236}">
                    <a16:creationId xmlns:a16="http://schemas.microsoft.com/office/drawing/2014/main" id="{38C57ED4-5249-44F6-A846-8A50E1B0A8AE}"/>
                  </a:ext>
                </a:extLst>
              </p:cNvPr>
              <p:cNvSpPr/>
              <p:nvPr/>
            </p:nvSpPr>
            <p:spPr>
              <a:xfrm>
                <a:off x="104961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5" name="Freihandform: Form 64">
                <a:extLst>
                  <a:ext uri="{FF2B5EF4-FFF2-40B4-BE49-F238E27FC236}">
                    <a16:creationId xmlns:a16="http://schemas.microsoft.com/office/drawing/2014/main" id="{A3174859-C1AB-4E2C-AD75-5F35D1D33C1A}"/>
                  </a:ext>
                </a:extLst>
              </p:cNvPr>
              <p:cNvSpPr/>
              <p:nvPr/>
            </p:nvSpPr>
            <p:spPr>
              <a:xfrm>
                <a:off x="10562833" y="1110816"/>
                <a:ext cx="33830" cy="55578"/>
              </a:xfrm>
              <a:custGeom>
                <a:avLst/>
                <a:gdLst>
                  <a:gd name="connsiteX0" fmla="*/ 1208 w 33829"/>
                  <a:gd name="connsiteY0" fmla="*/ 56544 h 55577"/>
                  <a:gd name="connsiteX1" fmla="*/ 10632 w 33829"/>
                  <a:gd name="connsiteY1" fmla="*/ 56544 h 55577"/>
                  <a:gd name="connsiteX2" fmla="*/ 10632 w 33829"/>
                  <a:gd name="connsiteY2" fmla="*/ 29964 h 55577"/>
                  <a:gd name="connsiteX3" fmla="*/ 10874 w 33829"/>
                  <a:gd name="connsiteY3" fmla="*/ 24406 h 55577"/>
                  <a:gd name="connsiteX4" fmla="*/ 11599 w 33829"/>
                  <a:gd name="connsiteY4" fmla="*/ 19090 h 55577"/>
                  <a:gd name="connsiteX5" fmla="*/ 15707 w 33829"/>
                  <a:gd name="connsiteY5" fmla="*/ 10391 h 55577"/>
                  <a:gd name="connsiteX6" fmla="*/ 21748 w 33829"/>
                  <a:gd name="connsiteY6" fmla="*/ 7008 h 55577"/>
                  <a:gd name="connsiteX7" fmla="*/ 27789 w 33829"/>
                  <a:gd name="connsiteY7" fmla="*/ 13049 h 55577"/>
                  <a:gd name="connsiteX8" fmla="*/ 36005 w 33829"/>
                  <a:gd name="connsiteY8" fmla="*/ 10149 h 55577"/>
                  <a:gd name="connsiteX9" fmla="*/ 34796 w 33829"/>
                  <a:gd name="connsiteY9" fmla="*/ 5316 h 55577"/>
                  <a:gd name="connsiteX10" fmla="*/ 32380 w 33829"/>
                  <a:gd name="connsiteY10" fmla="*/ 2175 h 55577"/>
                  <a:gd name="connsiteX11" fmla="*/ 28997 w 33829"/>
                  <a:gd name="connsiteY11" fmla="*/ 483 h 55577"/>
                  <a:gd name="connsiteX12" fmla="*/ 25614 w 33829"/>
                  <a:gd name="connsiteY12" fmla="*/ 0 h 55577"/>
                  <a:gd name="connsiteX13" fmla="*/ 16915 w 33829"/>
                  <a:gd name="connsiteY13" fmla="*/ 2658 h 55577"/>
                  <a:gd name="connsiteX14" fmla="*/ 10632 w 33829"/>
                  <a:gd name="connsiteY14" fmla="*/ 10149 h 55577"/>
                  <a:gd name="connsiteX15" fmla="*/ 9424 w 33829"/>
                  <a:gd name="connsiteY15" fmla="*/ 483 h 55577"/>
                  <a:gd name="connsiteX16" fmla="*/ 0 w 33829"/>
                  <a:gd name="connsiteY16" fmla="*/ 1450 h 55577"/>
                  <a:gd name="connsiteX17" fmla="*/ 242 w 33829"/>
                  <a:gd name="connsiteY17" fmla="*/ 3625 h 55577"/>
                  <a:gd name="connsiteX18" fmla="*/ 725 w 33829"/>
                  <a:gd name="connsiteY18" fmla="*/ 7249 h 55577"/>
                  <a:gd name="connsiteX19" fmla="*/ 967 w 33829"/>
                  <a:gd name="connsiteY19" fmla="*/ 11357 h 55577"/>
                  <a:gd name="connsiteX20" fmla="*/ 1208 w 33829"/>
                  <a:gd name="connsiteY20" fmla="*/ 15465 h 55577"/>
                  <a:gd name="connsiteX21" fmla="*/ 1208 w 33829"/>
                  <a:gd name="connsiteY21" fmla="*/ 56544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48" name="Freihandform: Form 47">
              <a:extLst>
                <a:ext uri="{FF2B5EF4-FFF2-40B4-BE49-F238E27FC236}">
                  <a16:creationId xmlns:a16="http://schemas.microsoft.com/office/drawing/2014/main" id="{2C5BCA75-4F93-46B4-878A-E68AC6987642}"/>
                </a:ext>
              </a:extLst>
            </p:cNvPr>
            <p:cNvSpPr/>
            <p:nvPr/>
          </p:nvSpPr>
          <p:spPr>
            <a:xfrm>
              <a:off x="10612128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49" name="Grafik 9">
              <a:extLst>
                <a:ext uri="{FF2B5EF4-FFF2-40B4-BE49-F238E27FC236}">
                  <a16:creationId xmlns:a16="http://schemas.microsoft.com/office/drawing/2014/main" id="{BCECBBC6-DE4D-4DC8-8D21-F5528013426A}"/>
                </a:ext>
              </a:extLst>
            </p:cNvPr>
            <p:cNvGrpSpPr/>
            <p:nvPr/>
          </p:nvGrpSpPr>
          <p:grpSpPr>
            <a:xfrm>
              <a:off x="10639675" y="1081336"/>
              <a:ext cx="106322" cy="86991"/>
              <a:chOff x="10639675" y="1081336"/>
              <a:chExt cx="106322" cy="86991"/>
            </a:xfrm>
            <a:solidFill>
              <a:srgbClr val="000000"/>
            </a:solidFill>
          </p:grpSpPr>
          <p:sp>
            <p:nvSpPr>
              <p:cNvPr id="62" name="Freihandform: Form 61">
                <a:extLst>
                  <a:ext uri="{FF2B5EF4-FFF2-40B4-BE49-F238E27FC236}">
                    <a16:creationId xmlns:a16="http://schemas.microsoft.com/office/drawing/2014/main" id="{BCE4B876-F0A5-4F73-BBFF-C3F17D7B5C7A}"/>
                  </a:ext>
                </a:extLst>
              </p:cNvPr>
              <p:cNvSpPr/>
              <p:nvPr/>
            </p:nvSpPr>
            <p:spPr>
              <a:xfrm>
                <a:off x="10639675" y="1110575"/>
                <a:ext cx="45912" cy="57994"/>
              </a:xfrm>
              <a:custGeom>
                <a:avLst/>
                <a:gdLst>
                  <a:gd name="connsiteX0" fmla="*/ 41804 w 45911"/>
                  <a:gd name="connsiteY0" fmla="*/ 44462 h 57994"/>
                  <a:gd name="connsiteX1" fmla="*/ 33830 w 45911"/>
                  <a:gd name="connsiteY1" fmla="*/ 50261 h 57994"/>
                  <a:gd name="connsiteX2" fmla="*/ 26581 w 45911"/>
                  <a:gd name="connsiteY2" fmla="*/ 51711 h 57994"/>
                  <a:gd name="connsiteX3" fmla="*/ 18848 w 45911"/>
                  <a:gd name="connsiteY3" fmla="*/ 50020 h 57994"/>
                  <a:gd name="connsiteX4" fmla="*/ 13774 w 45911"/>
                  <a:gd name="connsiteY4" fmla="*/ 45187 h 57994"/>
                  <a:gd name="connsiteX5" fmla="*/ 11116 w 45911"/>
                  <a:gd name="connsiteY5" fmla="*/ 38179 h 57994"/>
                  <a:gd name="connsiteX6" fmla="*/ 10391 w 45911"/>
                  <a:gd name="connsiteY6" fmla="*/ 30205 h 57994"/>
                  <a:gd name="connsiteX7" fmla="*/ 11357 w 45911"/>
                  <a:gd name="connsiteY7" fmla="*/ 21748 h 57994"/>
                  <a:gd name="connsiteX8" fmla="*/ 14257 w 45911"/>
                  <a:gd name="connsiteY8" fmla="*/ 14015 h 57994"/>
                  <a:gd name="connsiteX9" fmla="*/ 19331 w 45911"/>
                  <a:gd name="connsiteY9" fmla="*/ 8457 h 57994"/>
                  <a:gd name="connsiteX10" fmla="*/ 26822 w 45911"/>
                  <a:gd name="connsiteY10" fmla="*/ 6283 h 57994"/>
                  <a:gd name="connsiteX11" fmla="*/ 34555 w 45911"/>
                  <a:gd name="connsiteY11" fmla="*/ 7733 h 57994"/>
                  <a:gd name="connsiteX12" fmla="*/ 39629 w 45911"/>
                  <a:gd name="connsiteY12" fmla="*/ 11599 h 57994"/>
                  <a:gd name="connsiteX13" fmla="*/ 44462 w 45911"/>
                  <a:gd name="connsiteY13" fmla="*/ 4350 h 57994"/>
                  <a:gd name="connsiteX14" fmla="*/ 36488 w 45911"/>
                  <a:gd name="connsiteY14" fmla="*/ 967 h 57994"/>
                  <a:gd name="connsiteX15" fmla="*/ 28030 w 45911"/>
                  <a:gd name="connsiteY15" fmla="*/ 0 h 57994"/>
                  <a:gd name="connsiteX16" fmla="*/ 16432 w 45911"/>
                  <a:gd name="connsiteY16" fmla="*/ 2175 h 57994"/>
                  <a:gd name="connsiteX17" fmla="*/ 7491 w 45911"/>
                  <a:gd name="connsiteY17" fmla="*/ 8216 h 57994"/>
                  <a:gd name="connsiteX18" fmla="*/ 1933 w 45911"/>
                  <a:gd name="connsiteY18" fmla="*/ 17640 h 57994"/>
                  <a:gd name="connsiteX19" fmla="*/ 0 w 45911"/>
                  <a:gd name="connsiteY19" fmla="*/ 29722 h 57994"/>
                  <a:gd name="connsiteX20" fmla="*/ 7008 w 45911"/>
                  <a:gd name="connsiteY20" fmla="*/ 50986 h 57994"/>
                  <a:gd name="connsiteX21" fmla="*/ 26581 w 45911"/>
                  <a:gd name="connsiteY21" fmla="*/ 58236 h 57994"/>
                  <a:gd name="connsiteX22" fmla="*/ 31172 w 45911"/>
                  <a:gd name="connsiteY22" fmla="*/ 57752 h 57994"/>
                  <a:gd name="connsiteX23" fmla="*/ 36246 w 45911"/>
                  <a:gd name="connsiteY23" fmla="*/ 56303 h 57994"/>
                  <a:gd name="connsiteX24" fmla="*/ 41321 w 45911"/>
                  <a:gd name="connsiteY24" fmla="*/ 53403 h 57994"/>
                  <a:gd name="connsiteX25" fmla="*/ 46154 w 45911"/>
                  <a:gd name="connsiteY25" fmla="*/ 48328 h 57994"/>
                  <a:gd name="connsiteX26" fmla="*/ 41804 w 45911"/>
                  <a:gd name="connsiteY26" fmla="*/ 44462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3" name="Freihandform: Form 62">
                <a:extLst>
                  <a:ext uri="{FF2B5EF4-FFF2-40B4-BE49-F238E27FC236}">
                    <a16:creationId xmlns:a16="http://schemas.microsoft.com/office/drawing/2014/main" id="{45E2AB3D-28C9-4DA2-9CAC-58EAE4EB09DB}"/>
                  </a:ext>
                </a:extLst>
              </p:cNvPr>
              <p:cNvSpPr/>
              <p:nvPr/>
            </p:nvSpPr>
            <p:spPr>
              <a:xfrm>
                <a:off x="10699360" y="1081336"/>
                <a:ext cx="45912" cy="84575"/>
              </a:xfrm>
              <a:custGeom>
                <a:avLst/>
                <a:gdLst>
                  <a:gd name="connsiteX0" fmla="*/ 9907 w 45911"/>
                  <a:gd name="connsiteY0" fmla="*/ 0 h 84574"/>
                  <a:gd name="connsiteX1" fmla="*/ 0 w 45911"/>
                  <a:gd name="connsiteY1" fmla="*/ 0 h 84574"/>
                  <a:gd name="connsiteX2" fmla="*/ 0 w 45911"/>
                  <a:gd name="connsiteY2" fmla="*/ 86266 h 84574"/>
                  <a:gd name="connsiteX3" fmla="*/ 9907 w 45911"/>
                  <a:gd name="connsiteY3" fmla="*/ 86266 h 84574"/>
                  <a:gd name="connsiteX4" fmla="*/ 9907 w 45911"/>
                  <a:gd name="connsiteY4" fmla="*/ 55094 h 84574"/>
                  <a:gd name="connsiteX5" fmla="*/ 11116 w 45911"/>
                  <a:gd name="connsiteY5" fmla="*/ 47845 h 84574"/>
                  <a:gd name="connsiteX6" fmla="*/ 14499 w 45911"/>
                  <a:gd name="connsiteY6" fmla="*/ 42046 h 84574"/>
                  <a:gd name="connsiteX7" fmla="*/ 19331 w 45911"/>
                  <a:gd name="connsiteY7" fmla="*/ 38179 h 84574"/>
                  <a:gd name="connsiteX8" fmla="*/ 25614 w 45911"/>
                  <a:gd name="connsiteY8" fmla="*/ 36730 h 84574"/>
                  <a:gd name="connsiteX9" fmla="*/ 31655 w 45911"/>
                  <a:gd name="connsiteY9" fmla="*/ 37696 h 84574"/>
                  <a:gd name="connsiteX10" fmla="*/ 35280 w 45911"/>
                  <a:gd name="connsiteY10" fmla="*/ 40596 h 84574"/>
                  <a:gd name="connsiteX11" fmla="*/ 36971 w 45911"/>
                  <a:gd name="connsiteY11" fmla="*/ 45187 h 84574"/>
                  <a:gd name="connsiteX12" fmla="*/ 37454 w 45911"/>
                  <a:gd name="connsiteY12" fmla="*/ 51470 h 84574"/>
                  <a:gd name="connsiteX13" fmla="*/ 37454 w 45911"/>
                  <a:gd name="connsiteY13" fmla="*/ 86024 h 84574"/>
                  <a:gd name="connsiteX14" fmla="*/ 47362 w 45911"/>
                  <a:gd name="connsiteY14" fmla="*/ 86024 h 84574"/>
                  <a:gd name="connsiteX15" fmla="*/ 47362 w 45911"/>
                  <a:gd name="connsiteY15" fmla="*/ 51470 h 84574"/>
                  <a:gd name="connsiteX16" fmla="*/ 46879 w 45911"/>
                  <a:gd name="connsiteY16" fmla="*/ 43012 h 84574"/>
                  <a:gd name="connsiteX17" fmla="*/ 44704 w 45911"/>
                  <a:gd name="connsiteY17" fmla="*/ 36005 h 84574"/>
                  <a:gd name="connsiteX18" fmla="*/ 38904 w 45911"/>
                  <a:gd name="connsiteY18" fmla="*/ 31172 h 84574"/>
                  <a:gd name="connsiteX19" fmla="*/ 28272 w 45911"/>
                  <a:gd name="connsiteY19" fmla="*/ 29239 h 84574"/>
                  <a:gd name="connsiteX20" fmla="*/ 20781 w 45911"/>
                  <a:gd name="connsiteY20" fmla="*/ 30447 h 84574"/>
                  <a:gd name="connsiteX21" fmla="*/ 15465 w 45911"/>
                  <a:gd name="connsiteY21" fmla="*/ 33347 h 84574"/>
                  <a:gd name="connsiteX22" fmla="*/ 12082 w 45911"/>
                  <a:gd name="connsiteY22" fmla="*/ 36730 h 84574"/>
                  <a:gd name="connsiteX23" fmla="*/ 10149 w 45911"/>
                  <a:gd name="connsiteY23" fmla="*/ 39388 h 84574"/>
                  <a:gd name="connsiteX24" fmla="*/ 10149 w 45911"/>
                  <a:gd name="connsiteY24" fmla="*/ 0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54" name="Freihandform: Form 53">
              <a:extLst>
                <a:ext uri="{FF2B5EF4-FFF2-40B4-BE49-F238E27FC236}">
                  <a16:creationId xmlns:a16="http://schemas.microsoft.com/office/drawing/2014/main" id="{CDA3BF75-3E56-4B78-B7D6-F84532C639D5}"/>
                </a:ext>
              </a:extLst>
            </p:cNvPr>
            <p:cNvSpPr/>
            <p:nvPr/>
          </p:nvSpPr>
          <p:spPr>
            <a:xfrm>
              <a:off x="10808824" y="1089069"/>
              <a:ext cx="57994" cy="77325"/>
            </a:xfrm>
            <a:custGeom>
              <a:avLst/>
              <a:gdLst>
                <a:gd name="connsiteX0" fmla="*/ 10149 w 57994"/>
                <a:gd name="connsiteY0" fmla="*/ 78292 h 77325"/>
                <a:gd name="connsiteX1" fmla="*/ 10149 w 57994"/>
                <a:gd name="connsiteY1" fmla="*/ 40837 h 77325"/>
                <a:gd name="connsiteX2" fmla="*/ 48812 w 57994"/>
                <a:gd name="connsiteY2" fmla="*/ 40837 h 77325"/>
                <a:gd name="connsiteX3" fmla="*/ 48812 w 57994"/>
                <a:gd name="connsiteY3" fmla="*/ 78292 h 77325"/>
                <a:gd name="connsiteX4" fmla="*/ 58961 w 57994"/>
                <a:gd name="connsiteY4" fmla="*/ 78292 h 77325"/>
                <a:gd name="connsiteX5" fmla="*/ 58961 w 57994"/>
                <a:gd name="connsiteY5" fmla="*/ 0 h 77325"/>
                <a:gd name="connsiteX6" fmla="*/ 48812 w 57994"/>
                <a:gd name="connsiteY6" fmla="*/ 0 h 77325"/>
                <a:gd name="connsiteX7" fmla="*/ 48812 w 57994"/>
                <a:gd name="connsiteY7" fmla="*/ 34071 h 77325"/>
                <a:gd name="connsiteX8" fmla="*/ 10149 w 57994"/>
                <a:gd name="connsiteY8" fmla="*/ 34071 h 77325"/>
                <a:gd name="connsiteX9" fmla="*/ 10149 w 57994"/>
                <a:gd name="connsiteY9" fmla="*/ 0 h 77325"/>
                <a:gd name="connsiteX10" fmla="*/ 0 w 57994"/>
                <a:gd name="connsiteY10" fmla="*/ 0 h 77325"/>
                <a:gd name="connsiteX11" fmla="*/ 0 w 57994"/>
                <a:gd name="connsiteY11" fmla="*/ 78292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55" name="Freihandform: Form 54">
              <a:extLst>
                <a:ext uri="{FF2B5EF4-FFF2-40B4-BE49-F238E27FC236}">
                  <a16:creationId xmlns:a16="http://schemas.microsoft.com/office/drawing/2014/main" id="{33376168-99F8-4715-AF4C-8EE786D54481}"/>
                </a:ext>
              </a:extLst>
            </p:cNvPr>
            <p:cNvSpPr/>
            <p:nvPr/>
          </p:nvSpPr>
          <p:spPr>
            <a:xfrm>
              <a:off x="10886391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5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56" name="Freihandform: Form 55">
              <a:extLst>
                <a:ext uri="{FF2B5EF4-FFF2-40B4-BE49-F238E27FC236}">
                  <a16:creationId xmlns:a16="http://schemas.microsoft.com/office/drawing/2014/main" id="{EC324BE3-07EF-4C6E-9A11-992391FDED69}"/>
                </a:ext>
              </a:extLst>
            </p:cNvPr>
            <p:cNvSpPr/>
            <p:nvPr/>
          </p:nvSpPr>
          <p:spPr>
            <a:xfrm>
              <a:off x="109511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57" name="Grafik 9">
              <a:extLst>
                <a:ext uri="{FF2B5EF4-FFF2-40B4-BE49-F238E27FC236}">
                  <a16:creationId xmlns:a16="http://schemas.microsoft.com/office/drawing/2014/main" id="{2E5DE4CB-903E-4460-9F03-DE6427A3C0A8}"/>
                </a:ext>
              </a:extLst>
            </p:cNvPr>
            <p:cNvGrpSpPr/>
            <p:nvPr/>
          </p:nvGrpSpPr>
          <p:grpSpPr>
            <a:xfrm>
              <a:off x="10321916" y="1110575"/>
              <a:ext cx="1399106" cy="241642"/>
              <a:chOff x="10321916" y="1110575"/>
              <a:chExt cx="1399106" cy="241642"/>
            </a:xfrm>
            <a:solidFill>
              <a:schemeClr val="accent1"/>
            </a:solidFill>
          </p:grpSpPr>
          <p:sp>
            <p:nvSpPr>
              <p:cNvPr id="58" name="Freihandform: Form 57">
                <a:extLst>
                  <a:ext uri="{FF2B5EF4-FFF2-40B4-BE49-F238E27FC236}">
                    <a16:creationId xmlns:a16="http://schemas.microsoft.com/office/drawing/2014/main" id="{44D50118-5ACB-41E0-AC63-9E2D51DEF863}"/>
                  </a:ext>
                </a:extLst>
              </p:cNvPr>
              <p:cNvSpPr/>
              <p:nvPr/>
            </p:nvSpPr>
            <p:spPr>
              <a:xfrm>
                <a:off x="109818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59" name="Freihandform: Form 58">
                <a:extLst>
                  <a:ext uri="{FF2B5EF4-FFF2-40B4-BE49-F238E27FC236}">
                    <a16:creationId xmlns:a16="http://schemas.microsoft.com/office/drawing/2014/main" id="{8E08ECA6-CD33-45EB-90A7-60C724D72EE4}"/>
                  </a:ext>
                </a:extLst>
              </p:cNvPr>
              <p:cNvSpPr/>
              <p:nvPr/>
            </p:nvSpPr>
            <p:spPr>
              <a:xfrm>
                <a:off x="11046358" y="1110575"/>
                <a:ext cx="48328" cy="57994"/>
              </a:xfrm>
              <a:custGeom>
                <a:avLst/>
                <a:gdLst>
                  <a:gd name="connsiteX0" fmla="*/ 9907 w 48328"/>
                  <a:gd name="connsiteY0" fmla="*/ 24647 h 57994"/>
                  <a:gd name="connsiteX1" fmla="*/ 11599 w 48328"/>
                  <a:gd name="connsiteY1" fmla="*/ 17640 h 57994"/>
                  <a:gd name="connsiteX2" fmla="*/ 14740 w 48328"/>
                  <a:gd name="connsiteY2" fmla="*/ 11840 h 57994"/>
                  <a:gd name="connsiteX3" fmla="*/ 19331 w 48328"/>
                  <a:gd name="connsiteY3" fmla="*/ 7733 h 57994"/>
                  <a:gd name="connsiteX4" fmla="*/ 25372 w 48328"/>
                  <a:gd name="connsiteY4" fmla="*/ 6283 h 57994"/>
                  <a:gd name="connsiteX5" fmla="*/ 33830 w 48328"/>
                  <a:gd name="connsiteY5" fmla="*/ 10874 h 57994"/>
                  <a:gd name="connsiteX6" fmla="*/ 36971 w 48328"/>
                  <a:gd name="connsiteY6" fmla="*/ 22956 h 57994"/>
                  <a:gd name="connsiteX7" fmla="*/ 36971 w 48328"/>
                  <a:gd name="connsiteY7" fmla="*/ 24889 h 57994"/>
                  <a:gd name="connsiteX8" fmla="*/ 9907 w 48328"/>
                  <a:gd name="connsiteY8" fmla="*/ 24889 h 57994"/>
                  <a:gd name="connsiteX9" fmla="*/ 9666 w 48328"/>
                  <a:gd name="connsiteY9" fmla="*/ 30930 h 57994"/>
                  <a:gd name="connsiteX10" fmla="*/ 47120 w 48328"/>
                  <a:gd name="connsiteY10" fmla="*/ 30930 h 57994"/>
                  <a:gd name="connsiteX11" fmla="*/ 47120 w 48328"/>
                  <a:gd name="connsiteY11" fmla="*/ 25372 h 57994"/>
                  <a:gd name="connsiteX12" fmla="*/ 46154 w 48328"/>
                  <a:gd name="connsiteY12" fmla="*/ 16190 h 57994"/>
                  <a:gd name="connsiteX13" fmla="*/ 42529 w 48328"/>
                  <a:gd name="connsiteY13" fmla="*/ 7974 h 57994"/>
                  <a:gd name="connsiteX14" fmla="*/ 35763 w 48328"/>
                  <a:gd name="connsiteY14" fmla="*/ 2175 h 57994"/>
                  <a:gd name="connsiteX15" fmla="*/ 25131 w 48328"/>
                  <a:gd name="connsiteY15" fmla="*/ 0 h 57994"/>
                  <a:gd name="connsiteX16" fmla="*/ 15223 w 48328"/>
                  <a:gd name="connsiteY16" fmla="*/ 2175 h 57994"/>
                  <a:gd name="connsiteX17" fmla="*/ 7249 w 48328"/>
                  <a:gd name="connsiteY17" fmla="*/ 8216 h 57994"/>
                  <a:gd name="connsiteX18" fmla="*/ 1933 w 48328"/>
                  <a:gd name="connsiteY18" fmla="*/ 17398 h 57994"/>
                  <a:gd name="connsiteX19" fmla="*/ 0 w 48328"/>
                  <a:gd name="connsiteY19" fmla="*/ 29239 h 57994"/>
                  <a:gd name="connsiteX20" fmla="*/ 6766 w 48328"/>
                  <a:gd name="connsiteY20" fmla="*/ 50986 h 57994"/>
                  <a:gd name="connsiteX21" fmla="*/ 26581 w 48328"/>
                  <a:gd name="connsiteY21" fmla="*/ 58477 h 57994"/>
                  <a:gd name="connsiteX22" fmla="*/ 38663 w 48328"/>
                  <a:gd name="connsiteY22" fmla="*/ 55819 h 57994"/>
                  <a:gd name="connsiteX23" fmla="*/ 48328 w 48328"/>
                  <a:gd name="connsiteY23" fmla="*/ 47845 h 57994"/>
                  <a:gd name="connsiteX24" fmla="*/ 44462 w 48328"/>
                  <a:gd name="connsiteY24" fmla="*/ 43737 h 57994"/>
                  <a:gd name="connsiteX25" fmla="*/ 35038 w 48328"/>
                  <a:gd name="connsiteY25" fmla="*/ 50261 h 57994"/>
                  <a:gd name="connsiteX26" fmla="*/ 27306 w 48328"/>
                  <a:gd name="connsiteY26" fmla="*/ 51711 h 57994"/>
                  <a:gd name="connsiteX27" fmla="*/ 14740 w 48328"/>
                  <a:gd name="connsiteY27" fmla="*/ 46395 h 57994"/>
                  <a:gd name="connsiteX28" fmla="*/ 9666 w 48328"/>
                  <a:gd name="connsiteY28" fmla="*/ 30930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0" name="Freihandform: Form 59">
                <a:extLst>
                  <a:ext uri="{FF2B5EF4-FFF2-40B4-BE49-F238E27FC236}">
                    <a16:creationId xmlns:a16="http://schemas.microsoft.com/office/drawing/2014/main" id="{4E5B9455-EFA6-4E2C-ADFA-01DEA81D9373}"/>
                  </a:ext>
                </a:extLst>
              </p:cNvPr>
              <p:cNvSpPr/>
              <p:nvPr/>
            </p:nvSpPr>
            <p:spPr>
              <a:xfrm>
                <a:off x="10321916" y="1217139"/>
                <a:ext cx="1179212" cy="84575"/>
              </a:xfrm>
              <a:custGeom>
                <a:avLst/>
                <a:gdLst>
                  <a:gd name="connsiteX0" fmla="*/ 1181145 w 1179211"/>
                  <a:gd name="connsiteY0" fmla="*/ 2658 h 84574"/>
                  <a:gd name="connsiteX1" fmla="*/ 1176071 w 1179211"/>
                  <a:gd name="connsiteY1" fmla="*/ 725 h 84574"/>
                  <a:gd name="connsiteX2" fmla="*/ 1168580 w 1179211"/>
                  <a:gd name="connsiteY2" fmla="*/ 0 h 84574"/>
                  <a:gd name="connsiteX3" fmla="*/ 1158672 w 1179211"/>
                  <a:gd name="connsiteY3" fmla="*/ 1933 h 84574"/>
                  <a:gd name="connsiteX4" fmla="*/ 1151182 w 1179211"/>
                  <a:gd name="connsiteY4" fmla="*/ 8941 h 84574"/>
                  <a:gd name="connsiteX5" fmla="*/ 1148282 w 1179211"/>
                  <a:gd name="connsiteY5" fmla="*/ 16915 h 84574"/>
                  <a:gd name="connsiteX6" fmla="*/ 1147799 w 1179211"/>
                  <a:gd name="connsiteY6" fmla="*/ 25131 h 84574"/>
                  <a:gd name="connsiteX7" fmla="*/ 1147799 w 1179211"/>
                  <a:gd name="connsiteY7" fmla="*/ 29239 h 84574"/>
                  <a:gd name="connsiteX8" fmla="*/ 1137891 w 1179211"/>
                  <a:gd name="connsiteY8" fmla="*/ 29239 h 84574"/>
                  <a:gd name="connsiteX9" fmla="*/ 1137891 w 1179211"/>
                  <a:gd name="connsiteY9" fmla="*/ 35521 h 84574"/>
                  <a:gd name="connsiteX10" fmla="*/ 1147799 w 1179211"/>
                  <a:gd name="connsiteY10" fmla="*/ 35521 h 84574"/>
                  <a:gd name="connsiteX11" fmla="*/ 1147799 w 1179211"/>
                  <a:gd name="connsiteY11" fmla="*/ 84333 h 84574"/>
                  <a:gd name="connsiteX12" fmla="*/ 1157223 w 1179211"/>
                  <a:gd name="connsiteY12" fmla="*/ 84333 h 84574"/>
                  <a:gd name="connsiteX13" fmla="*/ 1157223 w 1179211"/>
                  <a:gd name="connsiteY13" fmla="*/ 35280 h 84574"/>
                  <a:gd name="connsiteX14" fmla="*/ 1172446 w 1179211"/>
                  <a:gd name="connsiteY14" fmla="*/ 35280 h 84574"/>
                  <a:gd name="connsiteX15" fmla="*/ 1172446 w 1179211"/>
                  <a:gd name="connsiteY15" fmla="*/ 28997 h 84574"/>
                  <a:gd name="connsiteX16" fmla="*/ 1157223 w 1179211"/>
                  <a:gd name="connsiteY16" fmla="*/ 28997 h 84574"/>
                  <a:gd name="connsiteX17" fmla="*/ 1157223 w 1179211"/>
                  <a:gd name="connsiteY17" fmla="*/ 25372 h 84574"/>
                  <a:gd name="connsiteX18" fmla="*/ 1157464 w 1179211"/>
                  <a:gd name="connsiteY18" fmla="*/ 18606 h 84574"/>
                  <a:gd name="connsiteX19" fmla="*/ 1158672 w 1179211"/>
                  <a:gd name="connsiteY19" fmla="*/ 12324 h 84574"/>
                  <a:gd name="connsiteX20" fmla="*/ 1161572 w 1179211"/>
                  <a:gd name="connsiteY20" fmla="*/ 7733 h 84574"/>
                  <a:gd name="connsiteX21" fmla="*/ 1167130 w 1179211"/>
                  <a:gd name="connsiteY21" fmla="*/ 5799 h 84574"/>
                  <a:gd name="connsiteX22" fmla="*/ 1173413 w 1179211"/>
                  <a:gd name="connsiteY22" fmla="*/ 7008 h 84574"/>
                  <a:gd name="connsiteX23" fmla="*/ 1177762 w 1179211"/>
                  <a:gd name="connsiteY23" fmla="*/ 9666 h 84574"/>
                  <a:gd name="connsiteX24" fmla="*/ 1181145 w 1179211"/>
                  <a:gd name="connsiteY24" fmla="*/ 2658 h 84574"/>
                  <a:gd name="connsiteX25" fmla="*/ 1092946 w 1179211"/>
                  <a:gd name="connsiteY25" fmla="*/ 84091 h 84574"/>
                  <a:gd name="connsiteX26" fmla="*/ 1102370 w 1179211"/>
                  <a:gd name="connsiteY26" fmla="*/ 84091 h 84574"/>
                  <a:gd name="connsiteX27" fmla="*/ 1102370 w 1179211"/>
                  <a:gd name="connsiteY27" fmla="*/ 57511 h 84574"/>
                  <a:gd name="connsiteX28" fmla="*/ 1102612 w 1179211"/>
                  <a:gd name="connsiteY28" fmla="*/ 51953 h 84574"/>
                  <a:gd name="connsiteX29" fmla="*/ 1103337 w 1179211"/>
                  <a:gd name="connsiteY29" fmla="*/ 46637 h 84574"/>
                  <a:gd name="connsiteX30" fmla="*/ 1107444 w 1179211"/>
                  <a:gd name="connsiteY30" fmla="*/ 37938 h 84574"/>
                  <a:gd name="connsiteX31" fmla="*/ 1113485 w 1179211"/>
                  <a:gd name="connsiteY31" fmla="*/ 34555 h 84574"/>
                  <a:gd name="connsiteX32" fmla="*/ 1119526 w 1179211"/>
                  <a:gd name="connsiteY32" fmla="*/ 40596 h 84574"/>
                  <a:gd name="connsiteX33" fmla="*/ 1127742 w 1179211"/>
                  <a:gd name="connsiteY33" fmla="*/ 37696 h 84574"/>
                  <a:gd name="connsiteX34" fmla="*/ 1126534 w 1179211"/>
                  <a:gd name="connsiteY34" fmla="*/ 32863 h 84574"/>
                  <a:gd name="connsiteX35" fmla="*/ 1124118 w 1179211"/>
                  <a:gd name="connsiteY35" fmla="*/ 29722 h 84574"/>
                  <a:gd name="connsiteX36" fmla="*/ 1120735 w 1179211"/>
                  <a:gd name="connsiteY36" fmla="*/ 28030 h 84574"/>
                  <a:gd name="connsiteX37" fmla="*/ 1117352 w 1179211"/>
                  <a:gd name="connsiteY37" fmla="*/ 27547 h 84574"/>
                  <a:gd name="connsiteX38" fmla="*/ 1108653 w 1179211"/>
                  <a:gd name="connsiteY38" fmla="*/ 30205 h 84574"/>
                  <a:gd name="connsiteX39" fmla="*/ 1102370 w 1179211"/>
                  <a:gd name="connsiteY39" fmla="*/ 37696 h 84574"/>
                  <a:gd name="connsiteX40" fmla="*/ 1101162 w 1179211"/>
                  <a:gd name="connsiteY40" fmla="*/ 28272 h 84574"/>
                  <a:gd name="connsiteX41" fmla="*/ 1091738 w 1179211"/>
                  <a:gd name="connsiteY41" fmla="*/ 29239 h 84574"/>
                  <a:gd name="connsiteX42" fmla="*/ 1091979 w 1179211"/>
                  <a:gd name="connsiteY42" fmla="*/ 31413 h 84574"/>
                  <a:gd name="connsiteX43" fmla="*/ 1092463 w 1179211"/>
                  <a:gd name="connsiteY43" fmla="*/ 35038 h 84574"/>
                  <a:gd name="connsiteX44" fmla="*/ 1092704 w 1179211"/>
                  <a:gd name="connsiteY44" fmla="*/ 39146 h 84574"/>
                  <a:gd name="connsiteX45" fmla="*/ 1092946 w 1179211"/>
                  <a:gd name="connsiteY45" fmla="*/ 43254 h 84574"/>
                  <a:gd name="connsiteX46" fmla="*/ 1092946 w 1179211"/>
                  <a:gd name="connsiteY46" fmla="*/ 84091 h 84574"/>
                  <a:gd name="connsiteX47" fmla="*/ 1062016 w 1179211"/>
                  <a:gd name="connsiteY47" fmla="*/ 72251 h 84574"/>
                  <a:gd name="connsiteX48" fmla="*/ 1049934 w 1179211"/>
                  <a:gd name="connsiteY48" fmla="*/ 78292 h 84574"/>
                  <a:gd name="connsiteX49" fmla="*/ 1037852 w 1179211"/>
                  <a:gd name="connsiteY49" fmla="*/ 72251 h 84574"/>
                  <a:gd name="connsiteX50" fmla="*/ 1033502 w 1179211"/>
                  <a:gd name="connsiteY50" fmla="*/ 55819 h 84574"/>
                  <a:gd name="connsiteX51" fmla="*/ 1037852 w 1179211"/>
                  <a:gd name="connsiteY51" fmla="*/ 39629 h 84574"/>
                  <a:gd name="connsiteX52" fmla="*/ 1050175 w 1179211"/>
                  <a:gd name="connsiteY52" fmla="*/ 33588 h 84574"/>
                  <a:gd name="connsiteX53" fmla="*/ 1062499 w 1179211"/>
                  <a:gd name="connsiteY53" fmla="*/ 39629 h 84574"/>
                  <a:gd name="connsiteX54" fmla="*/ 1066849 w 1179211"/>
                  <a:gd name="connsiteY54" fmla="*/ 55819 h 84574"/>
                  <a:gd name="connsiteX55" fmla="*/ 1062016 w 1179211"/>
                  <a:gd name="connsiteY55" fmla="*/ 72251 h 84574"/>
                  <a:gd name="connsiteX56" fmla="*/ 1075306 w 1179211"/>
                  <a:gd name="connsiteY56" fmla="*/ 44462 h 84574"/>
                  <a:gd name="connsiteX57" fmla="*/ 1070232 w 1179211"/>
                  <a:gd name="connsiteY57" fmla="*/ 35280 h 84574"/>
                  <a:gd name="connsiteX58" fmla="*/ 1061774 w 1179211"/>
                  <a:gd name="connsiteY58" fmla="*/ 29480 h 84574"/>
                  <a:gd name="connsiteX59" fmla="*/ 1050175 w 1179211"/>
                  <a:gd name="connsiteY59" fmla="*/ 27306 h 84574"/>
                  <a:gd name="connsiteX60" fmla="*/ 1038576 w 1179211"/>
                  <a:gd name="connsiteY60" fmla="*/ 29480 h 84574"/>
                  <a:gd name="connsiteX61" fmla="*/ 1030119 w 1179211"/>
                  <a:gd name="connsiteY61" fmla="*/ 35280 h 84574"/>
                  <a:gd name="connsiteX62" fmla="*/ 1024803 w 1179211"/>
                  <a:gd name="connsiteY62" fmla="*/ 44462 h 84574"/>
                  <a:gd name="connsiteX63" fmla="*/ 1023111 w 1179211"/>
                  <a:gd name="connsiteY63" fmla="*/ 56303 h 84574"/>
                  <a:gd name="connsiteX64" fmla="*/ 1025286 w 1179211"/>
                  <a:gd name="connsiteY64" fmla="*/ 68626 h 84574"/>
                  <a:gd name="connsiteX65" fmla="*/ 1031086 w 1179211"/>
                  <a:gd name="connsiteY65" fmla="*/ 77809 h 84574"/>
                  <a:gd name="connsiteX66" fmla="*/ 1039785 w 1179211"/>
                  <a:gd name="connsiteY66" fmla="*/ 83608 h 84574"/>
                  <a:gd name="connsiteX67" fmla="*/ 1050417 w 1179211"/>
                  <a:gd name="connsiteY67" fmla="*/ 85783 h 84574"/>
                  <a:gd name="connsiteX68" fmla="*/ 1061049 w 1179211"/>
                  <a:gd name="connsiteY68" fmla="*/ 83608 h 84574"/>
                  <a:gd name="connsiteX69" fmla="*/ 1069748 w 1179211"/>
                  <a:gd name="connsiteY69" fmla="*/ 77809 h 84574"/>
                  <a:gd name="connsiteX70" fmla="*/ 1075548 w 1179211"/>
                  <a:gd name="connsiteY70" fmla="*/ 68626 h 84574"/>
                  <a:gd name="connsiteX71" fmla="*/ 1077722 w 1179211"/>
                  <a:gd name="connsiteY71" fmla="*/ 56303 h 84574"/>
                  <a:gd name="connsiteX72" fmla="*/ 1075306 w 1179211"/>
                  <a:gd name="connsiteY72" fmla="*/ 44462 h 84574"/>
                  <a:gd name="connsiteX73" fmla="*/ 998464 w 1179211"/>
                  <a:gd name="connsiteY73" fmla="*/ 84816 h 84574"/>
                  <a:gd name="connsiteX74" fmla="*/ 1007888 w 1179211"/>
                  <a:gd name="connsiteY74" fmla="*/ 83850 h 84574"/>
                  <a:gd name="connsiteX75" fmla="*/ 1007646 w 1179211"/>
                  <a:gd name="connsiteY75" fmla="*/ 81675 h 84574"/>
                  <a:gd name="connsiteX76" fmla="*/ 1007163 w 1179211"/>
                  <a:gd name="connsiteY76" fmla="*/ 78050 h 84574"/>
                  <a:gd name="connsiteX77" fmla="*/ 1006921 w 1179211"/>
                  <a:gd name="connsiteY77" fmla="*/ 73942 h 84574"/>
                  <a:gd name="connsiteX78" fmla="*/ 1006680 w 1179211"/>
                  <a:gd name="connsiteY78" fmla="*/ 69834 h 84574"/>
                  <a:gd name="connsiteX79" fmla="*/ 1006680 w 1179211"/>
                  <a:gd name="connsiteY79" fmla="*/ 483 h 84574"/>
                  <a:gd name="connsiteX80" fmla="*/ 997497 w 1179211"/>
                  <a:gd name="connsiteY80" fmla="*/ 483 h 84574"/>
                  <a:gd name="connsiteX81" fmla="*/ 997497 w 1179211"/>
                  <a:gd name="connsiteY81" fmla="*/ 36730 h 84574"/>
                  <a:gd name="connsiteX82" fmla="*/ 990973 w 1179211"/>
                  <a:gd name="connsiteY82" fmla="*/ 29964 h 84574"/>
                  <a:gd name="connsiteX83" fmla="*/ 980341 w 1179211"/>
                  <a:gd name="connsiteY83" fmla="*/ 27064 h 84574"/>
                  <a:gd name="connsiteX84" fmla="*/ 970675 w 1179211"/>
                  <a:gd name="connsiteY84" fmla="*/ 28997 h 84574"/>
                  <a:gd name="connsiteX85" fmla="*/ 962701 w 1179211"/>
                  <a:gd name="connsiteY85" fmla="*/ 34555 h 84574"/>
                  <a:gd name="connsiteX86" fmla="*/ 957385 w 1179211"/>
                  <a:gd name="connsiteY86" fmla="*/ 43737 h 84574"/>
                  <a:gd name="connsiteX87" fmla="*/ 955452 w 1179211"/>
                  <a:gd name="connsiteY87" fmla="*/ 56544 h 84574"/>
                  <a:gd name="connsiteX88" fmla="*/ 956902 w 1179211"/>
                  <a:gd name="connsiteY88" fmla="*/ 67660 h 84574"/>
                  <a:gd name="connsiteX89" fmla="*/ 961251 w 1179211"/>
                  <a:gd name="connsiteY89" fmla="*/ 76842 h 84574"/>
                  <a:gd name="connsiteX90" fmla="*/ 968742 w 1179211"/>
                  <a:gd name="connsiteY90" fmla="*/ 83125 h 84574"/>
                  <a:gd name="connsiteX91" fmla="*/ 979616 w 1179211"/>
                  <a:gd name="connsiteY91" fmla="*/ 85300 h 84574"/>
                  <a:gd name="connsiteX92" fmla="*/ 986623 w 1179211"/>
                  <a:gd name="connsiteY92" fmla="*/ 84091 h 84574"/>
                  <a:gd name="connsiteX93" fmla="*/ 991698 w 1179211"/>
                  <a:gd name="connsiteY93" fmla="*/ 81433 h 84574"/>
                  <a:gd name="connsiteX94" fmla="*/ 995081 w 1179211"/>
                  <a:gd name="connsiteY94" fmla="*/ 78050 h 84574"/>
                  <a:gd name="connsiteX95" fmla="*/ 997014 w 1179211"/>
                  <a:gd name="connsiteY95" fmla="*/ 74909 h 84574"/>
                  <a:gd name="connsiteX96" fmla="*/ 998464 w 1179211"/>
                  <a:gd name="connsiteY96" fmla="*/ 84816 h 84574"/>
                  <a:gd name="connsiteX97" fmla="*/ 996048 w 1179211"/>
                  <a:gd name="connsiteY97" fmla="*/ 67660 h 84574"/>
                  <a:gd name="connsiteX98" fmla="*/ 991456 w 1179211"/>
                  <a:gd name="connsiteY98" fmla="*/ 74667 h 84574"/>
                  <a:gd name="connsiteX99" fmla="*/ 985657 w 1179211"/>
                  <a:gd name="connsiteY99" fmla="*/ 78050 h 84574"/>
                  <a:gd name="connsiteX100" fmla="*/ 980582 w 1179211"/>
                  <a:gd name="connsiteY100" fmla="*/ 78775 h 84574"/>
                  <a:gd name="connsiteX101" fmla="*/ 974058 w 1179211"/>
                  <a:gd name="connsiteY101" fmla="*/ 77084 h 84574"/>
                  <a:gd name="connsiteX102" fmla="*/ 969467 w 1179211"/>
                  <a:gd name="connsiteY102" fmla="*/ 72493 h 84574"/>
                  <a:gd name="connsiteX103" fmla="*/ 966809 w 1179211"/>
                  <a:gd name="connsiteY103" fmla="*/ 65243 h 84574"/>
                  <a:gd name="connsiteX104" fmla="*/ 965842 w 1179211"/>
                  <a:gd name="connsiteY104" fmla="*/ 56303 h 84574"/>
                  <a:gd name="connsiteX105" fmla="*/ 967051 w 1179211"/>
                  <a:gd name="connsiteY105" fmla="*/ 47362 h 84574"/>
                  <a:gd name="connsiteX106" fmla="*/ 970192 w 1179211"/>
                  <a:gd name="connsiteY106" fmla="*/ 40354 h 84574"/>
                  <a:gd name="connsiteX107" fmla="*/ 975266 w 1179211"/>
                  <a:gd name="connsiteY107" fmla="*/ 36005 h 84574"/>
                  <a:gd name="connsiteX108" fmla="*/ 981549 w 1179211"/>
                  <a:gd name="connsiteY108" fmla="*/ 34555 h 84574"/>
                  <a:gd name="connsiteX109" fmla="*/ 987832 w 1179211"/>
                  <a:gd name="connsiteY109" fmla="*/ 35763 h 84574"/>
                  <a:gd name="connsiteX110" fmla="*/ 992906 w 1179211"/>
                  <a:gd name="connsiteY110" fmla="*/ 39629 h 84574"/>
                  <a:gd name="connsiteX111" fmla="*/ 996531 w 1179211"/>
                  <a:gd name="connsiteY111" fmla="*/ 46395 h 84574"/>
                  <a:gd name="connsiteX112" fmla="*/ 997739 w 1179211"/>
                  <a:gd name="connsiteY112" fmla="*/ 56061 h 84574"/>
                  <a:gd name="connsiteX113" fmla="*/ 996048 w 1179211"/>
                  <a:gd name="connsiteY113" fmla="*/ 67660 h 84574"/>
                  <a:gd name="connsiteX114" fmla="*/ 938537 w 1179211"/>
                  <a:gd name="connsiteY114" fmla="*/ 725 h 84574"/>
                  <a:gd name="connsiteX115" fmla="*/ 928629 w 1179211"/>
                  <a:gd name="connsiteY115" fmla="*/ 725 h 84574"/>
                  <a:gd name="connsiteX116" fmla="*/ 928629 w 1179211"/>
                  <a:gd name="connsiteY116" fmla="*/ 84333 h 84574"/>
                  <a:gd name="connsiteX117" fmla="*/ 938537 w 1179211"/>
                  <a:gd name="connsiteY117" fmla="*/ 84333 h 84574"/>
                  <a:gd name="connsiteX118" fmla="*/ 938537 w 1179211"/>
                  <a:gd name="connsiteY118" fmla="*/ 725 h 84574"/>
                  <a:gd name="connsiteX119" fmla="*/ 897699 w 1179211"/>
                  <a:gd name="connsiteY119" fmla="*/ 38179 h 84574"/>
                  <a:gd name="connsiteX120" fmla="*/ 900841 w 1179211"/>
                  <a:gd name="connsiteY120" fmla="*/ 50262 h 84574"/>
                  <a:gd name="connsiteX121" fmla="*/ 900841 w 1179211"/>
                  <a:gd name="connsiteY121" fmla="*/ 52195 h 84574"/>
                  <a:gd name="connsiteX122" fmla="*/ 873535 w 1179211"/>
                  <a:gd name="connsiteY122" fmla="*/ 52195 h 84574"/>
                  <a:gd name="connsiteX123" fmla="*/ 875227 w 1179211"/>
                  <a:gd name="connsiteY123" fmla="*/ 45187 h 84574"/>
                  <a:gd name="connsiteX124" fmla="*/ 878368 w 1179211"/>
                  <a:gd name="connsiteY124" fmla="*/ 39388 h 84574"/>
                  <a:gd name="connsiteX125" fmla="*/ 882959 w 1179211"/>
                  <a:gd name="connsiteY125" fmla="*/ 35280 h 84574"/>
                  <a:gd name="connsiteX126" fmla="*/ 889000 w 1179211"/>
                  <a:gd name="connsiteY126" fmla="*/ 33830 h 84574"/>
                  <a:gd name="connsiteX127" fmla="*/ 897699 w 1179211"/>
                  <a:gd name="connsiteY127" fmla="*/ 38179 h 84574"/>
                  <a:gd name="connsiteX128" fmla="*/ 910748 w 1179211"/>
                  <a:gd name="connsiteY128" fmla="*/ 58236 h 84574"/>
                  <a:gd name="connsiteX129" fmla="*/ 910748 w 1179211"/>
                  <a:gd name="connsiteY129" fmla="*/ 52678 h 84574"/>
                  <a:gd name="connsiteX130" fmla="*/ 909781 w 1179211"/>
                  <a:gd name="connsiteY130" fmla="*/ 43496 h 84574"/>
                  <a:gd name="connsiteX131" fmla="*/ 906157 w 1179211"/>
                  <a:gd name="connsiteY131" fmla="*/ 35280 h 84574"/>
                  <a:gd name="connsiteX132" fmla="*/ 899391 w 1179211"/>
                  <a:gd name="connsiteY132" fmla="*/ 29480 h 84574"/>
                  <a:gd name="connsiteX133" fmla="*/ 888759 w 1179211"/>
                  <a:gd name="connsiteY133" fmla="*/ 27306 h 84574"/>
                  <a:gd name="connsiteX134" fmla="*/ 878851 w 1179211"/>
                  <a:gd name="connsiteY134" fmla="*/ 29480 h 84574"/>
                  <a:gd name="connsiteX135" fmla="*/ 870877 w 1179211"/>
                  <a:gd name="connsiteY135" fmla="*/ 35521 h 84574"/>
                  <a:gd name="connsiteX136" fmla="*/ 865561 w 1179211"/>
                  <a:gd name="connsiteY136" fmla="*/ 44704 h 84574"/>
                  <a:gd name="connsiteX137" fmla="*/ 863628 w 1179211"/>
                  <a:gd name="connsiteY137" fmla="*/ 56544 h 84574"/>
                  <a:gd name="connsiteX138" fmla="*/ 870394 w 1179211"/>
                  <a:gd name="connsiteY138" fmla="*/ 78292 h 84574"/>
                  <a:gd name="connsiteX139" fmla="*/ 890208 w 1179211"/>
                  <a:gd name="connsiteY139" fmla="*/ 85783 h 84574"/>
                  <a:gd name="connsiteX140" fmla="*/ 902290 w 1179211"/>
                  <a:gd name="connsiteY140" fmla="*/ 83125 h 84574"/>
                  <a:gd name="connsiteX141" fmla="*/ 911956 w 1179211"/>
                  <a:gd name="connsiteY141" fmla="*/ 75151 h 84574"/>
                  <a:gd name="connsiteX142" fmla="*/ 908090 w 1179211"/>
                  <a:gd name="connsiteY142" fmla="*/ 71043 h 84574"/>
                  <a:gd name="connsiteX143" fmla="*/ 898666 w 1179211"/>
                  <a:gd name="connsiteY143" fmla="*/ 77567 h 84574"/>
                  <a:gd name="connsiteX144" fmla="*/ 890933 w 1179211"/>
                  <a:gd name="connsiteY144" fmla="*/ 79017 h 84574"/>
                  <a:gd name="connsiteX145" fmla="*/ 878368 w 1179211"/>
                  <a:gd name="connsiteY145" fmla="*/ 73701 h 84574"/>
                  <a:gd name="connsiteX146" fmla="*/ 873777 w 1179211"/>
                  <a:gd name="connsiteY146" fmla="*/ 58477 h 84574"/>
                  <a:gd name="connsiteX147" fmla="*/ 910748 w 1179211"/>
                  <a:gd name="connsiteY147" fmla="*/ 58477 h 84574"/>
                  <a:gd name="connsiteX148" fmla="*/ 848404 w 1179211"/>
                  <a:gd name="connsiteY148" fmla="*/ 61377 h 84574"/>
                  <a:gd name="connsiteX149" fmla="*/ 844296 w 1179211"/>
                  <a:gd name="connsiteY149" fmla="*/ 56544 h 84574"/>
                  <a:gd name="connsiteX150" fmla="*/ 838980 w 1179211"/>
                  <a:gd name="connsiteY150" fmla="*/ 53403 h 84574"/>
                  <a:gd name="connsiteX151" fmla="*/ 833181 w 1179211"/>
                  <a:gd name="connsiteY151" fmla="*/ 51470 h 84574"/>
                  <a:gd name="connsiteX152" fmla="*/ 824723 w 1179211"/>
                  <a:gd name="connsiteY152" fmla="*/ 47603 h 84574"/>
                  <a:gd name="connsiteX153" fmla="*/ 821582 w 1179211"/>
                  <a:gd name="connsiteY153" fmla="*/ 40837 h 84574"/>
                  <a:gd name="connsiteX154" fmla="*/ 824482 w 1179211"/>
                  <a:gd name="connsiteY154" fmla="*/ 35280 h 84574"/>
                  <a:gd name="connsiteX155" fmla="*/ 831731 w 1179211"/>
                  <a:gd name="connsiteY155" fmla="*/ 33105 h 84574"/>
                  <a:gd name="connsiteX156" fmla="*/ 838980 w 1179211"/>
                  <a:gd name="connsiteY156" fmla="*/ 34796 h 84574"/>
                  <a:gd name="connsiteX157" fmla="*/ 843572 w 1179211"/>
                  <a:gd name="connsiteY157" fmla="*/ 38421 h 84574"/>
                  <a:gd name="connsiteX158" fmla="*/ 848404 w 1179211"/>
                  <a:gd name="connsiteY158" fmla="*/ 32380 h 84574"/>
                  <a:gd name="connsiteX159" fmla="*/ 842605 w 1179211"/>
                  <a:gd name="connsiteY159" fmla="*/ 28997 h 84574"/>
                  <a:gd name="connsiteX160" fmla="*/ 832214 w 1179211"/>
                  <a:gd name="connsiteY160" fmla="*/ 27306 h 84574"/>
                  <a:gd name="connsiteX161" fmla="*/ 824723 w 1179211"/>
                  <a:gd name="connsiteY161" fmla="*/ 28272 h 84574"/>
                  <a:gd name="connsiteX162" fmla="*/ 818441 w 1179211"/>
                  <a:gd name="connsiteY162" fmla="*/ 31172 h 84574"/>
                  <a:gd name="connsiteX163" fmla="*/ 814091 w 1179211"/>
                  <a:gd name="connsiteY163" fmla="*/ 36005 h 84574"/>
                  <a:gd name="connsiteX164" fmla="*/ 812400 w 1179211"/>
                  <a:gd name="connsiteY164" fmla="*/ 42771 h 84574"/>
                  <a:gd name="connsiteX165" fmla="*/ 813850 w 1179211"/>
                  <a:gd name="connsiteY165" fmla="*/ 50020 h 84574"/>
                  <a:gd name="connsiteX166" fmla="*/ 817716 w 1179211"/>
                  <a:gd name="connsiteY166" fmla="*/ 54853 h 84574"/>
                  <a:gd name="connsiteX167" fmla="*/ 822790 w 1179211"/>
                  <a:gd name="connsiteY167" fmla="*/ 57752 h 84574"/>
                  <a:gd name="connsiteX168" fmla="*/ 828106 w 1179211"/>
                  <a:gd name="connsiteY168" fmla="*/ 59686 h 84574"/>
                  <a:gd name="connsiteX169" fmla="*/ 836564 w 1179211"/>
                  <a:gd name="connsiteY169" fmla="*/ 63310 h 84574"/>
                  <a:gd name="connsiteX170" fmla="*/ 839705 w 1179211"/>
                  <a:gd name="connsiteY170" fmla="*/ 70559 h 84574"/>
                  <a:gd name="connsiteX171" fmla="*/ 837047 w 1179211"/>
                  <a:gd name="connsiteY171" fmla="*/ 77325 h 84574"/>
                  <a:gd name="connsiteX172" fmla="*/ 829556 w 1179211"/>
                  <a:gd name="connsiteY172" fmla="*/ 79742 h 84574"/>
                  <a:gd name="connsiteX173" fmla="*/ 824723 w 1179211"/>
                  <a:gd name="connsiteY173" fmla="*/ 79017 h 84574"/>
                  <a:gd name="connsiteX174" fmla="*/ 820616 w 1179211"/>
                  <a:gd name="connsiteY174" fmla="*/ 76842 h 84574"/>
                  <a:gd name="connsiteX175" fmla="*/ 817233 w 1179211"/>
                  <a:gd name="connsiteY175" fmla="*/ 74184 h 84574"/>
                  <a:gd name="connsiteX176" fmla="*/ 814816 w 1179211"/>
                  <a:gd name="connsiteY176" fmla="*/ 71768 h 84574"/>
                  <a:gd name="connsiteX177" fmla="*/ 809983 w 1179211"/>
                  <a:gd name="connsiteY177" fmla="*/ 79500 h 84574"/>
                  <a:gd name="connsiteX178" fmla="*/ 829073 w 1179211"/>
                  <a:gd name="connsiteY178" fmla="*/ 85783 h 84574"/>
                  <a:gd name="connsiteX179" fmla="*/ 836806 w 1179211"/>
                  <a:gd name="connsiteY179" fmla="*/ 84575 h 84574"/>
                  <a:gd name="connsiteX180" fmla="*/ 843088 w 1179211"/>
                  <a:gd name="connsiteY180" fmla="*/ 81192 h 84574"/>
                  <a:gd name="connsiteX181" fmla="*/ 847438 w 1179211"/>
                  <a:gd name="connsiteY181" fmla="*/ 75634 h 84574"/>
                  <a:gd name="connsiteX182" fmla="*/ 849129 w 1179211"/>
                  <a:gd name="connsiteY182" fmla="*/ 68143 h 84574"/>
                  <a:gd name="connsiteX183" fmla="*/ 848404 w 1179211"/>
                  <a:gd name="connsiteY183" fmla="*/ 61377 h 84574"/>
                  <a:gd name="connsiteX184" fmla="*/ 796693 w 1179211"/>
                  <a:gd name="connsiteY184" fmla="*/ 61377 h 84574"/>
                  <a:gd name="connsiteX185" fmla="*/ 792585 w 1179211"/>
                  <a:gd name="connsiteY185" fmla="*/ 56544 h 84574"/>
                  <a:gd name="connsiteX186" fmla="*/ 787269 w 1179211"/>
                  <a:gd name="connsiteY186" fmla="*/ 53403 h 84574"/>
                  <a:gd name="connsiteX187" fmla="*/ 781470 w 1179211"/>
                  <a:gd name="connsiteY187" fmla="*/ 51470 h 84574"/>
                  <a:gd name="connsiteX188" fmla="*/ 773012 w 1179211"/>
                  <a:gd name="connsiteY188" fmla="*/ 47603 h 84574"/>
                  <a:gd name="connsiteX189" fmla="*/ 769871 w 1179211"/>
                  <a:gd name="connsiteY189" fmla="*/ 40837 h 84574"/>
                  <a:gd name="connsiteX190" fmla="*/ 772770 w 1179211"/>
                  <a:gd name="connsiteY190" fmla="*/ 35280 h 84574"/>
                  <a:gd name="connsiteX191" fmla="*/ 780020 w 1179211"/>
                  <a:gd name="connsiteY191" fmla="*/ 33105 h 84574"/>
                  <a:gd name="connsiteX192" fmla="*/ 787269 w 1179211"/>
                  <a:gd name="connsiteY192" fmla="*/ 34796 h 84574"/>
                  <a:gd name="connsiteX193" fmla="*/ 791860 w 1179211"/>
                  <a:gd name="connsiteY193" fmla="*/ 38421 h 84574"/>
                  <a:gd name="connsiteX194" fmla="*/ 796693 w 1179211"/>
                  <a:gd name="connsiteY194" fmla="*/ 32380 h 84574"/>
                  <a:gd name="connsiteX195" fmla="*/ 790894 w 1179211"/>
                  <a:gd name="connsiteY195" fmla="*/ 28997 h 84574"/>
                  <a:gd name="connsiteX196" fmla="*/ 780503 w 1179211"/>
                  <a:gd name="connsiteY196" fmla="*/ 27306 h 84574"/>
                  <a:gd name="connsiteX197" fmla="*/ 773012 w 1179211"/>
                  <a:gd name="connsiteY197" fmla="*/ 28272 h 84574"/>
                  <a:gd name="connsiteX198" fmla="*/ 766729 w 1179211"/>
                  <a:gd name="connsiteY198" fmla="*/ 31172 h 84574"/>
                  <a:gd name="connsiteX199" fmla="*/ 762380 w 1179211"/>
                  <a:gd name="connsiteY199" fmla="*/ 36005 h 84574"/>
                  <a:gd name="connsiteX200" fmla="*/ 760688 w 1179211"/>
                  <a:gd name="connsiteY200" fmla="*/ 42771 h 84574"/>
                  <a:gd name="connsiteX201" fmla="*/ 762138 w 1179211"/>
                  <a:gd name="connsiteY201" fmla="*/ 50020 h 84574"/>
                  <a:gd name="connsiteX202" fmla="*/ 766005 w 1179211"/>
                  <a:gd name="connsiteY202" fmla="*/ 54853 h 84574"/>
                  <a:gd name="connsiteX203" fmla="*/ 771079 w 1179211"/>
                  <a:gd name="connsiteY203" fmla="*/ 57752 h 84574"/>
                  <a:gd name="connsiteX204" fmla="*/ 776395 w 1179211"/>
                  <a:gd name="connsiteY204" fmla="*/ 59686 h 84574"/>
                  <a:gd name="connsiteX205" fmla="*/ 784853 w 1179211"/>
                  <a:gd name="connsiteY205" fmla="*/ 63310 h 84574"/>
                  <a:gd name="connsiteX206" fmla="*/ 787994 w 1179211"/>
                  <a:gd name="connsiteY206" fmla="*/ 70559 h 84574"/>
                  <a:gd name="connsiteX207" fmla="*/ 785336 w 1179211"/>
                  <a:gd name="connsiteY207" fmla="*/ 77325 h 84574"/>
                  <a:gd name="connsiteX208" fmla="*/ 777845 w 1179211"/>
                  <a:gd name="connsiteY208" fmla="*/ 79742 h 84574"/>
                  <a:gd name="connsiteX209" fmla="*/ 773012 w 1179211"/>
                  <a:gd name="connsiteY209" fmla="*/ 79017 h 84574"/>
                  <a:gd name="connsiteX210" fmla="*/ 768904 w 1179211"/>
                  <a:gd name="connsiteY210" fmla="*/ 76842 h 84574"/>
                  <a:gd name="connsiteX211" fmla="*/ 765521 w 1179211"/>
                  <a:gd name="connsiteY211" fmla="*/ 74184 h 84574"/>
                  <a:gd name="connsiteX212" fmla="*/ 763105 w 1179211"/>
                  <a:gd name="connsiteY212" fmla="*/ 71768 h 84574"/>
                  <a:gd name="connsiteX213" fmla="*/ 758272 w 1179211"/>
                  <a:gd name="connsiteY213" fmla="*/ 79500 h 84574"/>
                  <a:gd name="connsiteX214" fmla="*/ 777362 w 1179211"/>
                  <a:gd name="connsiteY214" fmla="*/ 85783 h 84574"/>
                  <a:gd name="connsiteX215" fmla="*/ 785094 w 1179211"/>
                  <a:gd name="connsiteY215" fmla="*/ 84575 h 84574"/>
                  <a:gd name="connsiteX216" fmla="*/ 791377 w 1179211"/>
                  <a:gd name="connsiteY216" fmla="*/ 81192 h 84574"/>
                  <a:gd name="connsiteX217" fmla="*/ 795726 w 1179211"/>
                  <a:gd name="connsiteY217" fmla="*/ 75634 h 84574"/>
                  <a:gd name="connsiteX218" fmla="*/ 797418 w 1179211"/>
                  <a:gd name="connsiteY218" fmla="*/ 68143 h 84574"/>
                  <a:gd name="connsiteX219" fmla="*/ 796693 w 1179211"/>
                  <a:gd name="connsiteY219" fmla="*/ 61377 h 84574"/>
                  <a:gd name="connsiteX220" fmla="*/ 711393 w 1179211"/>
                  <a:gd name="connsiteY220" fmla="*/ 6041 h 84574"/>
                  <a:gd name="connsiteX221" fmla="*/ 707286 w 1179211"/>
                  <a:gd name="connsiteY221" fmla="*/ 4350 h 84574"/>
                  <a:gd name="connsiteX222" fmla="*/ 703178 w 1179211"/>
                  <a:gd name="connsiteY222" fmla="*/ 6041 h 84574"/>
                  <a:gd name="connsiteX223" fmla="*/ 701486 w 1179211"/>
                  <a:gd name="connsiteY223" fmla="*/ 9907 h 84574"/>
                  <a:gd name="connsiteX224" fmla="*/ 703178 w 1179211"/>
                  <a:gd name="connsiteY224" fmla="*/ 13774 h 84574"/>
                  <a:gd name="connsiteX225" fmla="*/ 707286 w 1179211"/>
                  <a:gd name="connsiteY225" fmla="*/ 15465 h 84574"/>
                  <a:gd name="connsiteX226" fmla="*/ 711393 w 1179211"/>
                  <a:gd name="connsiteY226" fmla="*/ 13774 h 84574"/>
                  <a:gd name="connsiteX227" fmla="*/ 713085 w 1179211"/>
                  <a:gd name="connsiteY227" fmla="*/ 9907 h 84574"/>
                  <a:gd name="connsiteX228" fmla="*/ 711393 w 1179211"/>
                  <a:gd name="connsiteY228" fmla="*/ 6041 h 84574"/>
                  <a:gd name="connsiteX229" fmla="*/ 734833 w 1179211"/>
                  <a:gd name="connsiteY229" fmla="*/ 6041 h 84574"/>
                  <a:gd name="connsiteX230" fmla="*/ 730725 w 1179211"/>
                  <a:gd name="connsiteY230" fmla="*/ 4350 h 84574"/>
                  <a:gd name="connsiteX231" fmla="*/ 726617 w 1179211"/>
                  <a:gd name="connsiteY231" fmla="*/ 6041 h 84574"/>
                  <a:gd name="connsiteX232" fmla="*/ 724925 w 1179211"/>
                  <a:gd name="connsiteY232" fmla="*/ 9907 h 84574"/>
                  <a:gd name="connsiteX233" fmla="*/ 726617 w 1179211"/>
                  <a:gd name="connsiteY233" fmla="*/ 13774 h 84574"/>
                  <a:gd name="connsiteX234" fmla="*/ 730725 w 1179211"/>
                  <a:gd name="connsiteY234" fmla="*/ 15465 h 84574"/>
                  <a:gd name="connsiteX235" fmla="*/ 734833 w 1179211"/>
                  <a:gd name="connsiteY235" fmla="*/ 13774 h 84574"/>
                  <a:gd name="connsiteX236" fmla="*/ 736524 w 1179211"/>
                  <a:gd name="connsiteY236" fmla="*/ 9907 h 84574"/>
                  <a:gd name="connsiteX237" fmla="*/ 734833 w 1179211"/>
                  <a:gd name="connsiteY237" fmla="*/ 6041 h 84574"/>
                  <a:gd name="connsiteX238" fmla="*/ 695445 w 1179211"/>
                  <a:gd name="connsiteY238" fmla="*/ 28997 h 84574"/>
                  <a:gd name="connsiteX239" fmla="*/ 695445 w 1179211"/>
                  <a:gd name="connsiteY239" fmla="*/ 63552 h 84574"/>
                  <a:gd name="connsiteX240" fmla="*/ 695928 w 1179211"/>
                  <a:gd name="connsiteY240" fmla="*/ 72009 h 84574"/>
                  <a:gd name="connsiteX241" fmla="*/ 698103 w 1179211"/>
                  <a:gd name="connsiteY241" fmla="*/ 79017 h 84574"/>
                  <a:gd name="connsiteX242" fmla="*/ 703903 w 1179211"/>
                  <a:gd name="connsiteY242" fmla="*/ 83850 h 84574"/>
                  <a:gd name="connsiteX243" fmla="*/ 714535 w 1179211"/>
                  <a:gd name="connsiteY243" fmla="*/ 85783 h 84574"/>
                  <a:gd name="connsiteX244" fmla="*/ 722026 w 1179211"/>
                  <a:gd name="connsiteY244" fmla="*/ 84575 h 84574"/>
                  <a:gd name="connsiteX245" fmla="*/ 727342 w 1179211"/>
                  <a:gd name="connsiteY245" fmla="*/ 81433 h 84574"/>
                  <a:gd name="connsiteX246" fmla="*/ 730725 w 1179211"/>
                  <a:gd name="connsiteY246" fmla="*/ 77809 h 84574"/>
                  <a:gd name="connsiteX247" fmla="*/ 732658 w 1179211"/>
                  <a:gd name="connsiteY247" fmla="*/ 75151 h 84574"/>
                  <a:gd name="connsiteX248" fmla="*/ 733866 w 1179211"/>
                  <a:gd name="connsiteY248" fmla="*/ 84575 h 84574"/>
                  <a:gd name="connsiteX249" fmla="*/ 743290 w 1179211"/>
                  <a:gd name="connsiteY249" fmla="*/ 83608 h 84574"/>
                  <a:gd name="connsiteX250" fmla="*/ 743049 w 1179211"/>
                  <a:gd name="connsiteY250" fmla="*/ 81433 h 84574"/>
                  <a:gd name="connsiteX251" fmla="*/ 742565 w 1179211"/>
                  <a:gd name="connsiteY251" fmla="*/ 77809 h 84574"/>
                  <a:gd name="connsiteX252" fmla="*/ 742324 w 1179211"/>
                  <a:gd name="connsiteY252" fmla="*/ 73701 h 84574"/>
                  <a:gd name="connsiteX253" fmla="*/ 742082 w 1179211"/>
                  <a:gd name="connsiteY253" fmla="*/ 69593 h 84574"/>
                  <a:gd name="connsiteX254" fmla="*/ 742082 w 1179211"/>
                  <a:gd name="connsiteY254" fmla="*/ 28755 h 84574"/>
                  <a:gd name="connsiteX255" fmla="*/ 732175 w 1179211"/>
                  <a:gd name="connsiteY255" fmla="*/ 28755 h 84574"/>
                  <a:gd name="connsiteX256" fmla="*/ 732175 w 1179211"/>
                  <a:gd name="connsiteY256" fmla="*/ 59686 h 84574"/>
                  <a:gd name="connsiteX257" fmla="*/ 730966 w 1179211"/>
                  <a:gd name="connsiteY257" fmla="*/ 66935 h 84574"/>
                  <a:gd name="connsiteX258" fmla="*/ 727583 w 1179211"/>
                  <a:gd name="connsiteY258" fmla="*/ 72734 h 84574"/>
                  <a:gd name="connsiteX259" fmla="*/ 722751 w 1179211"/>
                  <a:gd name="connsiteY259" fmla="*/ 76600 h 84574"/>
                  <a:gd name="connsiteX260" fmla="*/ 716468 w 1179211"/>
                  <a:gd name="connsiteY260" fmla="*/ 78050 h 84574"/>
                  <a:gd name="connsiteX261" fmla="*/ 710427 w 1179211"/>
                  <a:gd name="connsiteY261" fmla="*/ 77084 h 84574"/>
                  <a:gd name="connsiteX262" fmla="*/ 706802 w 1179211"/>
                  <a:gd name="connsiteY262" fmla="*/ 74184 h 84574"/>
                  <a:gd name="connsiteX263" fmla="*/ 705111 w 1179211"/>
                  <a:gd name="connsiteY263" fmla="*/ 69593 h 84574"/>
                  <a:gd name="connsiteX264" fmla="*/ 704628 w 1179211"/>
                  <a:gd name="connsiteY264" fmla="*/ 63310 h 84574"/>
                  <a:gd name="connsiteX265" fmla="*/ 704628 w 1179211"/>
                  <a:gd name="connsiteY265" fmla="*/ 28755 h 84574"/>
                  <a:gd name="connsiteX266" fmla="*/ 695445 w 1179211"/>
                  <a:gd name="connsiteY266" fmla="*/ 28755 h 84574"/>
                  <a:gd name="connsiteX267" fmla="*/ 664515 w 1179211"/>
                  <a:gd name="connsiteY267" fmla="*/ 60894 h 84574"/>
                  <a:gd name="connsiteX268" fmla="*/ 657991 w 1179211"/>
                  <a:gd name="connsiteY268" fmla="*/ 71284 h 84574"/>
                  <a:gd name="connsiteX269" fmla="*/ 648325 w 1179211"/>
                  <a:gd name="connsiteY269" fmla="*/ 76600 h 84574"/>
                  <a:gd name="connsiteX270" fmla="*/ 636726 w 1179211"/>
                  <a:gd name="connsiteY270" fmla="*/ 78050 h 84574"/>
                  <a:gd name="connsiteX271" fmla="*/ 631893 w 1179211"/>
                  <a:gd name="connsiteY271" fmla="*/ 77809 h 84574"/>
                  <a:gd name="connsiteX272" fmla="*/ 626577 w 1179211"/>
                  <a:gd name="connsiteY272" fmla="*/ 77325 h 84574"/>
                  <a:gd name="connsiteX273" fmla="*/ 626577 w 1179211"/>
                  <a:gd name="connsiteY273" fmla="*/ 10874 h 84574"/>
                  <a:gd name="connsiteX274" fmla="*/ 630927 w 1179211"/>
                  <a:gd name="connsiteY274" fmla="*/ 10632 h 84574"/>
                  <a:gd name="connsiteX275" fmla="*/ 635276 w 1179211"/>
                  <a:gd name="connsiteY275" fmla="*/ 10632 h 84574"/>
                  <a:gd name="connsiteX276" fmla="*/ 659440 w 1179211"/>
                  <a:gd name="connsiteY276" fmla="*/ 18848 h 84574"/>
                  <a:gd name="connsiteX277" fmla="*/ 666931 w 1179211"/>
                  <a:gd name="connsiteY277" fmla="*/ 44220 h 84574"/>
                  <a:gd name="connsiteX278" fmla="*/ 664515 w 1179211"/>
                  <a:gd name="connsiteY278" fmla="*/ 60894 h 84574"/>
                  <a:gd name="connsiteX279" fmla="*/ 675389 w 1179211"/>
                  <a:gd name="connsiteY279" fmla="*/ 25856 h 84574"/>
                  <a:gd name="connsiteX280" fmla="*/ 667173 w 1179211"/>
                  <a:gd name="connsiteY280" fmla="*/ 13774 h 84574"/>
                  <a:gd name="connsiteX281" fmla="*/ 654366 w 1179211"/>
                  <a:gd name="connsiteY281" fmla="*/ 6524 h 84574"/>
                  <a:gd name="connsiteX282" fmla="*/ 637451 w 1179211"/>
                  <a:gd name="connsiteY282" fmla="*/ 4108 h 84574"/>
                  <a:gd name="connsiteX283" fmla="*/ 631168 w 1179211"/>
                  <a:gd name="connsiteY283" fmla="*/ 4108 h 84574"/>
                  <a:gd name="connsiteX284" fmla="*/ 627060 w 1179211"/>
                  <a:gd name="connsiteY284" fmla="*/ 4350 h 84574"/>
                  <a:gd name="connsiteX285" fmla="*/ 622953 w 1179211"/>
                  <a:gd name="connsiteY285" fmla="*/ 4350 h 84574"/>
                  <a:gd name="connsiteX286" fmla="*/ 616670 w 1179211"/>
                  <a:gd name="connsiteY286" fmla="*/ 4591 h 84574"/>
                  <a:gd name="connsiteX287" fmla="*/ 616670 w 1179211"/>
                  <a:gd name="connsiteY287" fmla="*/ 84091 h 84574"/>
                  <a:gd name="connsiteX288" fmla="*/ 625611 w 1179211"/>
                  <a:gd name="connsiteY288" fmla="*/ 84333 h 84574"/>
                  <a:gd name="connsiteX289" fmla="*/ 637209 w 1179211"/>
                  <a:gd name="connsiteY289" fmla="*/ 84575 h 84574"/>
                  <a:gd name="connsiteX290" fmla="*/ 650741 w 1179211"/>
                  <a:gd name="connsiteY290" fmla="*/ 82883 h 84574"/>
                  <a:gd name="connsiteX291" fmla="*/ 664032 w 1179211"/>
                  <a:gd name="connsiteY291" fmla="*/ 76842 h 84574"/>
                  <a:gd name="connsiteX292" fmla="*/ 674181 w 1179211"/>
                  <a:gd name="connsiteY292" fmla="*/ 64518 h 84574"/>
                  <a:gd name="connsiteX293" fmla="*/ 678289 w 1179211"/>
                  <a:gd name="connsiteY293" fmla="*/ 43979 h 84574"/>
                  <a:gd name="connsiteX294" fmla="*/ 675389 w 1179211"/>
                  <a:gd name="connsiteY294" fmla="*/ 25856 h 84574"/>
                  <a:gd name="connsiteX295" fmla="*/ 562059 w 1179211"/>
                  <a:gd name="connsiteY295" fmla="*/ 77325 h 84574"/>
                  <a:gd name="connsiteX296" fmla="*/ 558918 w 1179211"/>
                  <a:gd name="connsiteY296" fmla="*/ 78534 h 84574"/>
                  <a:gd name="connsiteX297" fmla="*/ 555776 w 1179211"/>
                  <a:gd name="connsiteY297" fmla="*/ 79017 h 84574"/>
                  <a:gd name="connsiteX298" fmla="*/ 553360 w 1179211"/>
                  <a:gd name="connsiteY298" fmla="*/ 78534 h 84574"/>
                  <a:gd name="connsiteX299" fmla="*/ 551185 w 1179211"/>
                  <a:gd name="connsiteY299" fmla="*/ 77567 h 84574"/>
                  <a:gd name="connsiteX300" fmla="*/ 549010 w 1179211"/>
                  <a:gd name="connsiteY300" fmla="*/ 74184 h 84574"/>
                  <a:gd name="connsiteX301" fmla="*/ 548769 w 1179211"/>
                  <a:gd name="connsiteY301" fmla="*/ 67901 h 84574"/>
                  <a:gd name="connsiteX302" fmla="*/ 548769 w 1179211"/>
                  <a:gd name="connsiteY302" fmla="*/ 35280 h 84574"/>
                  <a:gd name="connsiteX303" fmla="*/ 561817 w 1179211"/>
                  <a:gd name="connsiteY303" fmla="*/ 35280 h 84574"/>
                  <a:gd name="connsiteX304" fmla="*/ 561817 w 1179211"/>
                  <a:gd name="connsiteY304" fmla="*/ 28997 h 84574"/>
                  <a:gd name="connsiteX305" fmla="*/ 548769 w 1179211"/>
                  <a:gd name="connsiteY305" fmla="*/ 28997 h 84574"/>
                  <a:gd name="connsiteX306" fmla="*/ 548769 w 1179211"/>
                  <a:gd name="connsiteY306" fmla="*/ 12807 h 84574"/>
                  <a:gd name="connsiteX307" fmla="*/ 539103 w 1179211"/>
                  <a:gd name="connsiteY307" fmla="*/ 14982 h 84574"/>
                  <a:gd name="connsiteX308" fmla="*/ 539103 w 1179211"/>
                  <a:gd name="connsiteY308" fmla="*/ 28997 h 84574"/>
                  <a:gd name="connsiteX309" fmla="*/ 529679 w 1179211"/>
                  <a:gd name="connsiteY309" fmla="*/ 28997 h 84574"/>
                  <a:gd name="connsiteX310" fmla="*/ 529679 w 1179211"/>
                  <a:gd name="connsiteY310" fmla="*/ 35280 h 84574"/>
                  <a:gd name="connsiteX311" fmla="*/ 539103 w 1179211"/>
                  <a:gd name="connsiteY311" fmla="*/ 35280 h 84574"/>
                  <a:gd name="connsiteX312" fmla="*/ 539103 w 1179211"/>
                  <a:gd name="connsiteY312" fmla="*/ 68868 h 84574"/>
                  <a:gd name="connsiteX313" fmla="*/ 539345 w 1179211"/>
                  <a:gd name="connsiteY313" fmla="*/ 76117 h 84574"/>
                  <a:gd name="connsiteX314" fmla="*/ 541278 w 1179211"/>
                  <a:gd name="connsiteY314" fmla="*/ 81433 h 84574"/>
                  <a:gd name="connsiteX315" fmla="*/ 545869 w 1179211"/>
                  <a:gd name="connsiteY315" fmla="*/ 84816 h 84574"/>
                  <a:gd name="connsiteX316" fmla="*/ 551910 w 1179211"/>
                  <a:gd name="connsiteY316" fmla="*/ 85783 h 84574"/>
                  <a:gd name="connsiteX317" fmla="*/ 558434 w 1179211"/>
                  <a:gd name="connsiteY317" fmla="*/ 84816 h 84574"/>
                  <a:gd name="connsiteX318" fmla="*/ 563992 w 1179211"/>
                  <a:gd name="connsiteY318" fmla="*/ 82158 h 84574"/>
                  <a:gd name="connsiteX319" fmla="*/ 562059 w 1179211"/>
                  <a:gd name="connsiteY319" fmla="*/ 77325 h 84574"/>
                  <a:gd name="connsiteX320" fmla="*/ 487392 w 1179211"/>
                  <a:gd name="connsiteY320" fmla="*/ 6041 h 84574"/>
                  <a:gd name="connsiteX321" fmla="*/ 483284 w 1179211"/>
                  <a:gd name="connsiteY321" fmla="*/ 4350 h 84574"/>
                  <a:gd name="connsiteX322" fmla="*/ 479176 w 1179211"/>
                  <a:gd name="connsiteY322" fmla="*/ 6041 h 84574"/>
                  <a:gd name="connsiteX323" fmla="*/ 477484 w 1179211"/>
                  <a:gd name="connsiteY323" fmla="*/ 9907 h 84574"/>
                  <a:gd name="connsiteX324" fmla="*/ 479176 w 1179211"/>
                  <a:gd name="connsiteY324" fmla="*/ 13774 h 84574"/>
                  <a:gd name="connsiteX325" fmla="*/ 483284 w 1179211"/>
                  <a:gd name="connsiteY325" fmla="*/ 15465 h 84574"/>
                  <a:gd name="connsiteX326" fmla="*/ 487392 w 1179211"/>
                  <a:gd name="connsiteY326" fmla="*/ 13774 h 84574"/>
                  <a:gd name="connsiteX327" fmla="*/ 489083 w 1179211"/>
                  <a:gd name="connsiteY327" fmla="*/ 9907 h 84574"/>
                  <a:gd name="connsiteX328" fmla="*/ 487392 w 1179211"/>
                  <a:gd name="connsiteY328" fmla="*/ 6041 h 84574"/>
                  <a:gd name="connsiteX329" fmla="*/ 510589 w 1179211"/>
                  <a:gd name="connsiteY329" fmla="*/ 6041 h 84574"/>
                  <a:gd name="connsiteX330" fmla="*/ 506481 w 1179211"/>
                  <a:gd name="connsiteY330" fmla="*/ 4350 h 84574"/>
                  <a:gd name="connsiteX331" fmla="*/ 502373 w 1179211"/>
                  <a:gd name="connsiteY331" fmla="*/ 6041 h 84574"/>
                  <a:gd name="connsiteX332" fmla="*/ 500682 w 1179211"/>
                  <a:gd name="connsiteY332" fmla="*/ 9907 h 84574"/>
                  <a:gd name="connsiteX333" fmla="*/ 502373 w 1179211"/>
                  <a:gd name="connsiteY333" fmla="*/ 13774 h 84574"/>
                  <a:gd name="connsiteX334" fmla="*/ 506481 w 1179211"/>
                  <a:gd name="connsiteY334" fmla="*/ 15465 h 84574"/>
                  <a:gd name="connsiteX335" fmla="*/ 510589 w 1179211"/>
                  <a:gd name="connsiteY335" fmla="*/ 13774 h 84574"/>
                  <a:gd name="connsiteX336" fmla="*/ 512281 w 1179211"/>
                  <a:gd name="connsiteY336" fmla="*/ 9907 h 84574"/>
                  <a:gd name="connsiteX337" fmla="*/ 510589 w 1179211"/>
                  <a:gd name="connsiteY337" fmla="*/ 6041 h 84574"/>
                  <a:gd name="connsiteX338" fmla="*/ 504548 w 1179211"/>
                  <a:gd name="connsiteY338" fmla="*/ 62827 h 84574"/>
                  <a:gd name="connsiteX339" fmla="*/ 504306 w 1179211"/>
                  <a:gd name="connsiteY339" fmla="*/ 67660 h 84574"/>
                  <a:gd name="connsiteX340" fmla="*/ 502373 w 1179211"/>
                  <a:gd name="connsiteY340" fmla="*/ 72976 h 84574"/>
                  <a:gd name="connsiteX341" fmla="*/ 498990 w 1179211"/>
                  <a:gd name="connsiteY341" fmla="*/ 76600 h 84574"/>
                  <a:gd name="connsiteX342" fmla="*/ 495124 w 1179211"/>
                  <a:gd name="connsiteY342" fmla="*/ 78534 h 84574"/>
                  <a:gd name="connsiteX343" fmla="*/ 491741 w 1179211"/>
                  <a:gd name="connsiteY343" fmla="*/ 79017 h 84574"/>
                  <a:gd name="connsiteX344" fmla="*/ 488116 w 1179211"/>
                  <a:gd name="connsiteY344" fmla="*/ 78534 h 84574"/>
                  <a:gd name="connsiteX345" fmla="*/ 484975 w 1179211"/>
                  <a:gd name="connsiteY345" fmla="*/ 76842 h 84574"/>
                  <a:gd name="connsiteX346" fmla="*/ 482800 w 1179211"/>
                  <a:gd name="connsiteY346" fmla="*/ 73942 h 84574"/>
                  <a:gd name="connsiteX347" fmla="*/ 482075 w 1179211"/>
                  <a:gd name="connsiteY347" fmla="*/ 69351 h 84574"/>
                  <a:gd name="connsiteX348" fmla="*/ 483284 w 1179211"/>
                  <a:gd name="connsiteY348" fmla="*/ 64760 h 84574"/>
                  <a:gd name="connsiteX349" fmla="*/ 486183 w 1179211"/>
                  <a:gd name="connsiteY349" fmla="*/ 61619 h 84574"/>
                  <a:gd name="connsiteX350" fmla="*/ 489566 w 1179211"/>
                  <a:gd name="connsiteY350" fmla="*/ 59686 h 84574"/>
                  <a:gd name="connsiteX351" fmla="*/ 492708 w 1179211"/>
                  <a:gd name="connsiteY351" fmla="*/ 58719 h 84574"/>
                  <a:gd name="connsiteX352" fmla="*/ 496091 w 1179211"/>
                  <a:gd name="connsiteY352" fmla="*/ 58236 h 84574"/>
                  <a:gd name="connsiteX353" fmla="*/ 499715 w 1179211"/>
                  <a:gd name="connsiteY353" fmla="*/ 57994 h 84574"/>
                  <a:gd name="connsiteX354" fmla="*/ 502857 w 1179211"/>
                  <a:gd name="connsiteY354" fmla="*/ 57752 h 84574"/>
                  <a:gd name="connsiteX355" fmla="*/ 505031 w 1179211"/>
                  <a:gd name="connsiteY355" fmla="*/ 57752 h 84574"/>
                  <a:gd name="connsiteX356" fmla="*/ 504548 w 1179211"/>
                  <a:gd name="connsiteY356" fmla="*/ 62827 h 84574"/>
                  <a:gd name="connsiteX357" fmla="*/ 522188 w 1179211"/>
                  <a:gd name="connsiteY357" fmla="*/ 78292 h 84574"/>
                  <a:gd name="connsiteX358" fmla="*/ 517838 w 1179211"/>
                  <a:gd name="connsiteY358" fmla="*/ 79017 h 84574"/>
                  <a:gd name="connsiteX359" fmla="*/ 514939 w 1179211"/>
                  <a:gd name="connsiteY359" fmla="*/ 77809 h 84574"/>
                  <a:gd name="connsiteX360" fmla="*/ 513972 w 1179211"/>
                  <a:gd name="connsiteY360" fmla="*/ 72734 h 84574"/>
                  <a:gd name="connsiteX361" fmla="*/ 513972 w 1179211"/>
                  <a:gd name="connsiteY361" fmla="*/ 43496 h 84574"/>
                  <a:gd name="connsiteX362" fmla="*/ 513972 w 1179211"/>
                  <a:gd name="connsiteY362" fmla="*/ 40354 h 84574"/>
                  <a:gd name="connsiteX363" fmla="*/ 513489 w 1179211"/>
                  <a:gd name="connsiteY363" fmla="*/ 36971 h 84574"/>
                  <a:gd name="connsiteX364" fmla="*/ 512281 w 1179211"/>
                  <a:gd name="connsiteY364" fmla="*/ 33830 h 84574"/>
                  <a:gd name="connsiteX365" fmla="*/ 509864 w 1179211"/>
                  <a:gd name="connsiteY365" fmla="*/ 31172 h 84574"/>
                  <a:gd name="connsiteX366" fmla="*/ 502615 w 1179211"/>
                  <a:gd name="connsiteY366" fmla="*/ 27789 h 84574"/>
                  <a:gd name="connsiteX367" fmla="*/ 494882 w 1179211"/>
                  <a:gd name="connsiteY367" fmla="*/ 27064 h 84574"/>
                  <a:gd name="connsiteX368" fmla="*/ 488116 w 1179211"/>
                  <a:gd name="connsiteY368" fmla="*/ 27789 h 84574"/>
                  <a:gd name="connsiteX369" fmla="*/ 482075 w 1179211"/>
                  <a:gd name="connsiteY369" fmla="*/ 29964 h 84574"/>
                  <a:gd name="connsiteX370" fmla="*/ 477243 w 1179211"/>
                  <a:gd name="connsiteY370" fmla="*/ 33830 h 84574"/>
                  <a:gd name="connsiteX371" fmla="*/ 474584 w 1179211"/>
                  <a:gd name="connsiteY371" fmla="*/ 40113 h 84574"/>
                  <a:gd name="connsiteX372" fmla="*/ 482317 w 1179211"/>
                  <a:gd name="connsiteY372" fmla="*/ 42529 h 84574"/>
                  <a:gd name="connsiteX373" fmla="*/ 483284 w 1179211"/>
                  <a:gd name="connsiteY373" fmla="*/ 38904 h 84574"/>
                  <a:gd name="connsiteX374" fmla="*/ 485217 w 1179211"/>
                  <a:gd name="connsiteY374" fmla="*/ 36005 h 84574"/>
                  <a:gd name="connsiteX375" fmla="*/ 488600 w 1179211"/>
                  <a:gd name="connsiteY375" fmla="*/ 33830 h 84574"/>
                  <a:gd name="connsiteX376" fmla="*/ 493916 w 1179211"/>
                  <a:gd name="connsiteY376" fmla="*/ 33105 h 84574"/>
                  <a:gd name="connsiteX377" fmla="*/ 497299 w 1179211"/>
                  <a:gd name="connsiteY377" fmla="*/ 33347 h 84574"/>
                  <a:gd name="connsiteX378" fmla="*/ 500440 w 1179211"/>
                  <a:gd name="connsiteY378" fmla="*/ 34313 h 84574"/>
                  <a:gd name="connsiteX379" fmla="*/ 503582 w 1179211"/>
                  <a:gd name="connsiteY379" fmla="*/ 37213 h 84574"/>
                  <a:gd name="connsiteX380" fmla="*/ 504548 w 1179211"/>
                  <a:gd name="connsiteY380" fmla="*/ 42287 h 84574"/>
                  <a:gd name="connsiteX381" fmla="*/ 504548 w 1179211"/>
                  <a:gd name="connsiteY381" fmla="*/ 51711 h 84574"/>
                  <a:gd name="connsiteX382" fmla="*/ 497057 w 1179211"/>
                  <a:gd name="connsiteY382" fmla="*/ 51953 h 84574"/>
                  <a:gd name="connsiteX383" fmla="*/ 491016 w 1179211"/>
                  <a:gd name="connsiteY383" fmla="*/ 52436 h 84574"/>
                  <a:gd name="connsiteX384" fmla="*/ 483525 w 1179211"/>
                  <a:gd name="connsiteY384" fmla="*/ 54369 h 84574"/>
                  <a:gd name="connsiteX385" fmla="*/ 477484 w 1179211"/>
                  <a:gd name="connsiteY385" fmla="*/ 57994 h 84574"/>
                  <a:gd name="connsiteX386" fmla="*/ 473618 w 1179211"/>
                  <a:gd name="connsiteY386" fmla="*/ 63310 h 84574"/>
                  <a:gd name="connsiteX387" fmla="*/ 472168 w 1179211"/>
                  <a:gd name="connsiteY387" fmla="*/ 70076 h 84574"/>
                  <a:gd name="connsiteX388" fmla="*/ 473618 w 1179211"/>
                  <a:gd name="connsiteY388" fmla="*/ 76842 h 84574"/>
                  <a:gd name="connsiteX389" fmla="*/ 477243 w 1179211"/>
                  <a:gd name="connsiteY389" fmla="*/ 81675 h 84574"/>
                  <a:gd name="connsiteX390" fmla="*/ 482317 w 1179211"/>
                  <a:gd name="connsiteY390" fmla="*/ 84575 h 84574"/>
                  <a:gd name="connsiteX391" fmla="*/ 488116 w 1179211"/>
                  <a:gd name="connsiteY391" fmla="*/ 85541 h 84574"/>
                  <a:gd name="connsiteX392" fmla="*/ 499232 w 1179211"/>
                  <a:gd name="connsiteY392" fmla="*/ 82641 h 84574"/>
                  <a:gd name="connsiteX393" fmla="*/ 505031 w 1179211"/>
                  <a:gd name="connsiteY393" fmla="*/ 75634 h 84574"/>
                  <a:gd name="connsiteX394" fmla="*/ 507689 w 1179211"/>
                  <a:gd name="connsiteY394" fmla="*/ 82158 h 84574"/>
                  <a:gd name="connsiteX395" fmla="*/ 514214 w 1179211"/>
                  <a:gd name="connsiteY395" fmla="*/ 84816 h 84574"/>
                  <a:gd name="connsiteX396" fmla="*/ 519047 w 1179211"/>
                  <a:gd name="connsiteY396" fmla="*/ 84333 h 84574"/>
                  <a:gd name="connsiteX397" fmla="*/ 522430 w 1179211"/>
                  <a:gd name="connsiteY397" fmla="*/ 83608 h 84574"/>
                  <a:gd name="connsiteX398" fmla="*/ 522430 w 1179211"/>
                  <a:gd name="connsiteY398" fmla="*/ 78292 h 84574"/>
                  <a:gd name="connsiteX399" fmla="*/ 458636 w 1179211"/>
                  <a:gd name="connsiteY399" fmla="*/ 77325 h 84574"/>
                  <a:gd name="connsiteX400" fmla="*/ 455495 w 1179211"/>
                  <a:gd name="connsiteY400" fmla="*/ 78534 h 84574"/>
                  <a:gd name="connsiteX401" fmla="*/ 452353 w 1179211"/>
                  <a:gd name="connsiteY401" fmla="*/ 79017 h 84574"/>
                  <a:gd name="connsiteX402" fmla="*/ 449937 w 1179211"/>
                  <a:gd name="connsiteY402" fmla="*/ 78534 h 84574"/>
                  <a:gd name="connsiteX403" fmla="*/ 447762 w 1179211"/>
                  <a:gd name="connsiteY403" fmla="*/ 77567 h 84574"/>
                  <a:gd name="connsiteX404" fmla="*/ 445587 w 1179211"/>
                  <a:gd name="connsiteY404" fmla="*/ 74184 h 84574"/>
                  <a:gd name="connsiteX405" fmla="*/ 445346 w 1179211"/>
                  <a:gd name="connsiteY405" fmla="*/ 67901 h 84574"/>
                  <a:gd name="connsiteX406" fmla="*/ 445346 w 1179211"/>
                  <a:gd name="connsiteY406" fmla="*/ 35280 h 84574"/>
                  <a:gd name="connsiteX407" fmla="*/ 458394 w 1179211"/>
                  <a:gd name="connsiteY407" fmla="*/ 35280 h 84574"/>
                  <a:gd name="connsiteX408" fmla="*/ 458394 w 1179211"/>
                  <a:gd name="connsiteY408" fmla="*/ 28997 h 84574"/>
                  <a:gd name="connsiteX409" fmla="*/ 445346 w 1179211"/>
                  <a:gd name="connsiteY409" fmla="*/ 28997 h 84574"/>
                  <a:gd name="connsiteX410" fmla="*/ 445346 w 1179211"/>
                  <a:gd name="connsiteY410" fmla="*/ 12807 h 84574"/>
                  <a:gd name="connsiteX411" fmla="*/ 435680 w 1179211"/>
                  <a:gd name="connsiteY411" fmla="*/ 14982 h 84574"/>
                  <a:gd name="connsiteX412" fmla="*/ 435680 w 1179211"/>
                  <a:gd name="connsiteY412" fmla="*/ 28997 h 84574"/>
                  <a:gd name="connsiteX413" fmla="*/ 426256 w 1179211"/>
                  <a:gd name="connsiteY413" fmla="*/ 28997 h 84574"/>
                  <a:gd name="connsiteX414" fmla="*/ 426256 w 1179211"/>
                  <a:gd name="connsiteY414" fmla="*/ 35280 h 84574"/>
                  <a:gd name="connsiteX415" fmla="*/ 435680 w 1179211"/>
                  <a:gd name="connsiteY415" fmla="*/ 35280 h 84574"/>
                  <a:gd name="connsiteX416" fmla="*/ 435680 w 1179211"/>
                  <a:gd name="connsiteY416" fmla="*/ 68868 h 84574"/>
                  <a:gd name="connsiteX417" fmla="*/ 435922 w 1179211"/>
                  <a:gd name="connsiteY417" fmla="*/ 76117 h 84574"/>
                  <a:gd name="connsiteX418" fmla="*/ 437855 w 1179211"/>
                  <a:gd name="connsiteY418" fmla="*/ 81433 h 84574"/>
                  <a:gd name="connsiteX419" fmla="*/ 442446 w 1179211"/>
                  <a:gd name="connsiteY419" fmla="*/ 84816 h 84574"/>
                  <a:gd name="connsiteX420" fmla="*/ 448487 w 1179211"/>
                  <a:gd name="connsiteY420" fmla="*/ 85783 h 84574"/>
                  <a:gd name="connsiteX421" fmla="*/ 455012 w 1179211"/>
                  <a:gd name="connsiteY421" fmla="*/ 84816 h 84574"/>
                  <a:gd name="connsiteX422" fmla="*/ 460569 w 1179211"/>
                  <a:gd name="connsiteY422" fmla="*/ 82158 h 84574"/>
                  <a:gd name="connsiteX423" fmla="*/ 458636 w 1179211"/>
                  <a:gd name="connsiteY423" fmla="*/ 77325 h 84574"/>
                  <a:gd name="connsiteX424" fmla="*/ 409825 w 1179211"/>
                  <a:gd name="connsiteY424" fmla="*/ 28997 h 84574"/>
                  <a:gd name="connsiteX425" fmla="*/ 399676 w 1179211"/>
                  <a:gd name="connsiteY425" fmla="*/ 28997 h 84574"/>
                  <a:gd name="connsiteX426" fmla="*/ 399676 w 1179211"/>
                  <a:gd name="connsiteY426" fmla="*/ 84091 h 84574"/>
                  <a:gd name="connsiteX427" fmla="*/ 409825 w 1179211"/>
                  <a:gd name="connsiteY427" fmla="*/ 84091 h 84574"/>
                  <a:gd name="connsiteX428" fmla="*/ 409825 w 1179211"/>
                  <a:gd name="connsiteY428" fmla="*/ 28997 h 84574"/>
                  <a:gd name="connsiteX429" fmla="*/ 409341 w 1179211"/>
                  <a:gd name="connsiteY429" fmla="*/ 2416 h 84574"/>
                  <a:gd name="connsiteX430" fmla="*/ 404992 w 1179211"/>
                  <a:gd name="connsiteY430" fmla="*/ 483 h 84574"/>
                  <a:gd name="connsiteX431" fmla="*/ 400400 w 1179211"/>
                  <a:gd name="connsiteY431" fmla="*/ 2416 h 84574"/>
                  <a:gd name="connsiteX432" fmla="*/ 398467 w 1179211"/>
                  <a:gd name="connsiteY432" fmla="*/ 6766 h 84574"/>
                  <a:gd name="connsiteX433" fmla="*/ 400400 w 1179211"/>
                  <a:gd name="connsiteY433" fmla="*/ 11116 h 84574"/>
                  <a:gd name="connsiteX434" fmla="*/ 404992 w 1179211"/>
                  <a:gd name="connsiteY434" fmla="*/ 13049 h 84574"/>
                  <a:gd name="connsiteX435" fmla="*/ 409341 w 1179211"/>
                  <a:gd name="connsiteY435" fmla="*/ 11116 h 84574"/>
                  <a:gd name="connsiteX436" fmla="*/ 411274 w 1179211"/>
                  <a:gd name="connsiteY436" fmla="*/ 6766 h 84574"/>
                  <a:gd name="connsiteX437" fmla="*/ 409341 w 1179211"/>
                  <a:gd name="connsiteY437" fmla="*/ 2416 h 84574"/>
                  <a:gd name="connsiteX438" fmla="*/ 379619 w 1179211"/>
                  <a:gd name="connsiteY438" fmla="*/ 61377 h 84574"/>
                  <a:gd name="connsiteX439" fmla="*/ 375511 w 1179211"/>
                  <a:gd name="connsiteY439" fmla="*/ 56544 h 84574"/>
                  <a:gd name="connsiteX440" fmla="*/ 370195 w 1179211"/>
                  <a:gd name="connsiteY440" fmla="*/ 53403 h 84574"/>
                  <a:gd name="connsiteX441" fmla="*/ 364396 w 1179211"/>
                  <a:gd name="connsiteY441" fmla="*/ 51470 h 84574"/>
                  <a:gd name="connsiteX442" fmla="*/ 355938 w 1179211"/>
                  <a:gd name="connsiteY442" fmla="*/ 47603 h 84574"/>
                  <a:gd name="connsiteX443" fmla="*/ 352797 w 1179211"/>
                  <a:gd name="connsiteY443" fmla="*/ 40837 h 84574"/>
                  <a:gd name="connsiteX444" fmla="*/ 355697 w 1179211"/>
                  <a:gd name="connsiteY444" fmla="*/ 35280 h 84574"/>
                  <a:gd name="connsiteX445" fmla="*/ 362946 w 1179211"/>
                  <a:gd name="connsiteY445" fmla="*/ 33105 h 84574"/>
                  <a:gd name="connsiteX446" fmla="*/ 370195 w 1179211"/>
                  <a:gd name="connsiteY446" fmla="*/ 34796 h 84574"/>
                  <a:gd name="connsiteX447" fmla="*/ 374786 w 1179211"/>
                  <a:gd name="connsiteY447" fmla="*/ 38421 h 84574"/>
                  <a:gd name="connsiteX448" fmla="*/ 379619 w 1179211"/>
                  <a:gd name="connsiteY448" fmla="*/ 32380 h 84574"/>
                  <a:gd name="connsiteX449" fmla="*/ 373820 w 1179211"/>
                  <a:gd name="connsiteY449" fmla="*/ 28997 h 84574"/>
                  <a:gd name="connsiteX450" fmla="*/ 363429 w 1179211"/>
                  <a:gd name="connsiteY450" fmla="*/ 27306 h 84574"/>
                  <a:gd name="connsiteX451" fmla="*/ 355938 w 1179211"/>
                  <a:gd name="connsiteY451" fmla="*/ 28272 h 84574"/>
                  <a:gd name="connsiteX452" fmla="*/ 349656 w 1179211"/>
                  <a:gd name="connsiteY452" fmla="*/ 31172 h 84574"/>
                  <a:gd name="connsiteX453" fmla="*/ 345306 w 1179211"/>
                  <a:gd name="connsiteY453" fmla="*/ 36005 h 84574"/>
                  <a:gd name="connsiteX454" fmla="*/ 343615 w 1179211"/>
                  <a:gd name="connsiteY454" fmla="*/ 42771 h 84574"/>
                  <a:gd name="connsiteX455" fmla="*/ 345065 w 1179211"/>
                  <a:gd name="connsiteY455" fmla="*/ 50020 h 84574"/>
                  <a:gd name="connsiteX456" fmla="*/ 348931 w 1179211"/>
                  <a:gd name="connsiteY456" fmla="*/ 54853 h 84574"/>
                  <a:gd name="connsiteX457" fmla="*/ 354005 w 1179211"/>
                  <a:gd name="connsiteY457" fmla="*/ 57752 h 84574"/>
                  <a:gd name="connsiteX458" fmla="*/ 359321 w 1179211"/>
                  <a:gd name="connsiteY458" fmla="*/ 59686 h 84574"/>
                  <a:gd name="connsiteX459" fmla="*/ 367779 w 1179211"/>
                  <a:gd name="connsiteY459" fmla="*/ 63310 h 84574"/>
                  <a:gd name="connsiteX460" fmla="*/ 370920 w 1179211"/>
                  <a:gd name="connsiteY460" fmla="*/ 70559 h 84574"/>
                  <a:gd name="connsiteX461" fmla="*/ 368262 w 1179211"/>
                  <a:gd name="connsiteY461" fmla="*/ 77325 h 84574"/>
                  <a:gd name="connsiteX462" fmla="*/ 360771 w 1179211"/>
                  <a:gd name="connsiteY462" fmla="*/ 79742 h 84574"/>
                  <a:gd name="connsiteX463" fmla="*/ 355938 w 1179211"/>
                  <a:gd name="connsiteY463" fmla="*/ 79017 h 84574"/>
                  <a:gd name="connsiteX464" fmla="*/ 351830 w 1179211"/>
                  <a:gd name="connsiteY464" fmla="*/ 76842 h 84574"/>
                  <a:gd name="connsiteX465" fmla="*/ 348447 w 1179211"/>
                  <a:gd name="connsiteY465" fmla="*/ 74184 h 84574"/>
                  <a:gd name="connsiteX466" fmla="*/ 346031 w 1179211"/>
                  <a:gd name="connsiteY466" fmla="*/ 71768 h 84574"/>
                  <a:gd name="connsiteX467" fmla="*/ 341198 w 1179211"/>
                  <a:gd name="connsiteY467" fmla="*/ 79500 h 84574"/>
                  <a:gd name="connsiteX468" fmla="*/ 360288 w 1179211"/>
                  <a:gd name="connsiteY468" fmla="*/ 85783 h 84574"/>
                  <a:gd name="connsiteX469" fmla="*/ 368020 w 1179211"/>
                  <a:gd name="connsiteY469" fmla="*/ 84575 h 84574"/>
                  <a:gd name="connsiteX470" fmla="*/ 374303 w 1179211"/>
                  <a:gd name="connsiteY470" fmla="*/ 81192 h 84574"/>
                  <a:gd name="connsiteX471" fmla="*/ 378411 w 1179211"/>
                  <a:gd name="connsiteY471" fmla="*/ 75634 h 84574"/>
                  <a:gd name="connsiteX472" fmla="*/ 380103 w 1179211"/>
                  <a:gd name="connsiteY472" fmla="*/ 68143 h 84574"/>
                  <a:gd name="connsiteX473" fmla="*/ 379619 w 1179211"/>
                  <a:gd name="connsiteY473" fmla="*/ 61377 h 84574"/>
                  <a:gd name="connsiteX474" fmla="*/ 298428 w 1179211"/>
                  <a:gd name="connsiteY474" fmla="*/ 84091 h 84574"/>
                  <a:gd name="connsiteX475" fmla="*/ 307852 w 1179211"/>
                  <a:gd name="connsiteY475" fmla="*/ 84091 h 84574"/>
                  <a:gd name="connsiteX476" fmla="*/ 307852 w 1179211"/>
                  <a:gd name="connsiteY476" fmla="*/ 57511 h 84574"/>
                  <a:gd name="connsiteX477" fmla="*/ 308093 w 1179211"/>
                  <a:gd name="connsiteY477" fmla="*/ 51953 h 84574"/>
                  <a:gd name="connsiteX478" fmla="*/ 308818 w 1179211"/>
                  <a:gd name="connsiteY478" fmla="*/ 46637 h 84574"/>
                  <a:gd name="connsiteX479" fmla="*/ 312926 w 1179211"/>
                  <a:gd name="connsiteY479" fmla="*/ 37938 h 84574"/>
                  <a:gd name="connsiteX480" fmla="*/ 318967 w 1179211"/>
                  <a:gd name="connsiteY480" fmla="*/ 34555 h 84574"/>
                  <a:gd name="connsiteX481" fmla="*/ 325008 w 1179211"/>
                  <a:gd name="connsiteY481" fmla="*/ 40596 h 84574"/>
                  <a:gd name="connsiteX482" fmla="*/ 333224 w 1179211"/>
                  <a:gd name="connsiteY482" fmla="*/ 37696 h 84574"/>
                  <a:gd name="connsiteX483" fmla="*/ 332016 w 1179211"/>
                  <a:gd name="connsiteY483" fmla="*/ 32863 h 84574"/>
                  <a:gd name="connsiteX484" fmla="*/ 329599 w 1179211"/>
                  <a:gd name="connsiteY484" fmla="*/ 29722 h 84574"/>
                  <a:gd name="connsiteX485" fmla="*/ 326216 w 1179211"/>
                  <a:gd name="connsiteY485" fmla="*/ 28030 h 84574"/>
                  <a:gd name="connsiteX486" fmla="*/ 322833 w 1179211"/>
                  <a:gd name="connsiteY486" fmla="*/ 27547 h 84574"/>
                  <a:gd name="connsiteX487" fmla="*/ 314134 w 1179211"/>
                  <a:gd name="connsiteY487" fmla="*/ 30205 h 84574"/>
                  <a:gd name="connsiteX488" fmla="*/ 307852 w 1179211"/>
                  <a:gd name="connsiteY488" fmla="*/ 37696 h 84574"/>
                  <a:gd name="connsiteX489" fmla="*/ 306643 w 1179211"/>
                  <a:gd name="connsiteY489" fmla="*/ 28272 h 84574"/>
                  <a:gd name="connsiteX490" fmla="*/ 297219 w 1179211"/>
                  <a:gd name="connsiteY490" fmla="*/ 29239 h 84574"/>
                  <a:gd name="connsiteX491" fmla="*/ 297461 w 1179211"/>
                  <a:gd name="connsiteY491" fmla="*/ 31413 h 84574"/>
                  <a:gd name="connsiteX492" fmla="*/ 297944 w 1179211"/>
                  <a:gd name="connsiteY492" fmla="*/ 35038 h 84574"/>
                  <a:gd name="connsiteX493" fmla="*/ 298186 w 1179211"/>
                  <a:gd name="connsiteY493" fmla="*/ 39146 h 84574"/>
                  <a:gd name="connsiteX494" fmla="*/ 298428 w 1179211"/>
                  <a:gd name="connsiteY494" fmla="*/ 43254 h 84574"/>
                  <a:gd name="connsiteX495" fmla="*/ 298428 w 1179211"/>
                  <a:gd name="connsiteY495" fmla="*/ 84091 h 84574"/>
                  <a:gd name="connsiteX496" fmla="*/ 267981 w 1179211"/>
                  <a:gd name="connsiteY496" fmla="*/ 38179 h 84574"/>
                  <a:gd name="connsiteX497" fmla="*/ 271122 w 1179211"/>
                  <a:gd name="connsiteY497" fmla="*/ 50262 h 84574"/>
                  <a:gd name="connsiteX498" fmla="*/ 271122 w 1179211"/>
                  <a:gd name="connsiteY498" fmla="*/ 52195 h 84574"/>
                  <a:gd name="connsiteX499" fmla="*/ 243817 w 1179211"/>
                  <a:gd name="connsiteY499" fmla="*/ 52195 h 84574"/>
                  <a:gd name="connsiteX500" fmla="*/ 245508 w 1179211"/>
                  <a:gd name="connsiteY500" fmla="*/ 45187 h 84574"/>
                  <a:gd name="connsiteX501" fmla="*/ 248649 w 1179211"/>
                  <a:gd name="connsiteY501" fmla="*/ 39388 h 84574"/>
                  <a:gd name="connsiteX502" fmla="*/ 253241 w 1179211"/>
                  <a:gd name="connsiteY502" fmla="*/ 35280 h 84574"/>
                  <a:gd name="connsiteX503" fmla="*/ 259282 w 1179211"/>
                  <a:gd name="connsiteY503" fmla="*/ 33830 h 84574"/>
                  <a:gd name="connsiteX504" fmla="*/ 267981 w 1179211"/>
                  <a:gd name="connsiteY504" fmla="*/ 38179 h 84574"/>
                  <a:gd name="connsiteX505" fmla="*/ 281029 w 1179211"/>
                  <a:gd name="connsiteY505" fmla="*/ 58236 h 84574"/>
                  <a:gd name="connsiteX506" fmla="*/ 281029 w 1179211"/>
                  <a:gd name="connsiteY506" fmla="*/ 52678 h 84574"/>
                  <a:gd name="connsiteX507" fmla="*/ 280063 w 1179211"/>
                  <a:gd name="connsiteY507" fmla="*/ 43496 h 84574"/>
                  <a:gd name="connsiteX508" fmla="*/ 276438 w 1179211"/>
                  <a:gd name="connsiteY508" fmla="*/ 35280 h 84574"/>
                  <a:gd name="connsiteX509" fmla="*/ 269672 w 1179211"/>
                  <a:gd name="connsiteY509" fmla="*/ 29480 h 84574"/>
                  <a:gd name="connsiteX510" fmla="*/ 259040 w 1179211"/>
                  <a:gd name="connsiteY510" fmla="*/ 27306 h 84574"/>
                  <a:gd name="connsiteX511" fmla="*/ 249133 w 1179211"/>
                  <a:gd name="connsiteY511" fmla="*/ 29480 h 84574"/>
                  <a:gd name="connsiteX512" fmla="*/ 241159 w 1179211"/>
                  <a:gd name="connsiteY512" fmla="*/ 35521 h 84574"/>
                  <a:gd name="connsiteX513" fmla="*/ 235842 w 1179211"/>
                  <a:gd name="connsiteY513" fmla="*/ 44704 h 84574"/>
                  <a:gd name="connsiteX514" fmla="*/ 233909 w 1179211"/>
                  <a:gd name="connsiteY514" fmla="*/ 56544 h 84574"/>
                  <a:gd name="connsiteX515" fmla="*/ 240675 w 1179211"/>
                  <a:gd name="connsiteY515" fmla="*/ 78292 h 84574"/>
                  <a:gd name="connsiteX516" fmla="*/ 260490 w 1179211"/>
                  <a:gd name="connsiteY516" fmla="*/ 85783 h 84574"/>
                  <a:gd name="connsiteX517" fmla="*/ 272572 w 1179211"/>
                  <a:gd name="connsiteY517" fmla="*/ 83125 h 84574"/>
                  <a:gd name="connsiteX518" fmla="*/ 282238 w 1179211"/>
                  <a:gd name="connsiteY518" fmla="*/ 75151 h 84574"/>
                  <a:gd name="connsiteX519" fmla="*/ 278371 w 1179211"/>
                  <a:gd name="connsiteY519" fmla="*/ 71043 h 84574"/>
                  <a:gd name="connsiteX520" fmla="*/ 268947 w 1179211"/>
                  <a:gd name="connsiteY520" fmla="*/ 77567 h 84574"/>
                  <a:gd name="connsiteX521" fmla="*/ 261215 w 1179211"/>
                  <a:gd name="connsiteY521" fmla="*/ 79017 h 84574"/>
                  <a:gd name="connsiteX522" fmla="*/ 248649 w 1179211"/>
                  <a:gd name="connsiteY522" fmla="*/ 73701 h 84574"/>
                  <a:gd name="connsiteX523" fmla="*/ 244058 w 1179211"/>
                  <a:gd name="connsiteY523" fmla="*/ 58477 h 84574"/>
                  <a:gd name="connsiteX524" fmla="*/ 281029 w 1179211"/>
                  <a:gd name="connsiteY524" fmla="*/ 58477 h 84574"/>
                  <a:gd name="connsiteX525" fmla="*/ 183648 w 1179211"/>
                  <a:gd name="connsiteY525" fmla="*/ 28997 h 84574"/>
                  <a:gd name="connsiteX526" fmla="*/ 172774 w 1179211"/>
                  <a:gd name="connsiteY526" fmla="*/ 28997 h 84574"/>
                  <a:gd name="connsiteX527" fmla="*/ 195247 w 1179211"/>
                  <a:gd name="connsiteY527" fmla="*/ 85300 h 84574"/>
                  <a:gd name="connsiteX528" fmla="*/ 203221 w 1179211"/>
                  <a:gd name="connsiteY528" fmla="*/ 85300 h 84574"/>
                  <a:gd name="connsiteX529" fmla="*/ 226418 w 1179211"/>
                  <a:gd name="connsiteY529" fmla="*/ 28997 h 84574"/>
                  <a:gd name="connsiteX530" fmla="*/ 217236 w 1179211"/>
                  <a:gd name="connsiteY530" fmla="*/ 28997 h 84574"/>
                  <a:gd name="connsiteX531" fmla="*/ 202496 w 1179211"/>
                  <a:gd name="connsiteY531" fmla="*/ 67660 h 84574"/>
                  <a:gd name="connsiteX532" fmla="*/ 200079 w 1179211"/>
                  <a:gd name="connsiteY532" fmla="*/ 76359 h 84574"/>
                  <a:gd name="connsiteX533" fmla="*/ 199354 w 1179211"/>
                  <a:gd name="connsiteY533" fmla="*/ 72734 h 84574"/>
                  <a:gd name="connsiteX534" fmla="*/ 197663 w 1179211"/>
                  <a:gd name="connsiteY534" fmla="*/ 67176 h 84574"/>
                  <a:gd name="connsiteX535" fmla="*/ 183648 w 1179211"/>
                  <a:gd name="connsiteY535" fmla="*/ 28997 h 84574"/>
                  <a:gd name="connsiteX536" fmla="*/ 159000 w 1179211"/>
                  <a:gd name="connsiteY536" fmla="*/ 28997 h 84574"/>
                  <a:gd name="connsiteX537" fmla="*/ 148851 w 1179211"/>
                  <a:gd name="connsiteY537" fmla="*/ 28997 h 84574"/>
                  <a:gd name="connsiteX538" fmla="*/ 148851 w 1179211"/>
                  <a:gd name="connsiteY538" fmla="*/ 84091 h 84574"/>
                  <a:gd name="connsiteX539" fmla="*/ 159000 w 1179211"/>
                  <a:gd name="connsiteY539" fmla="*/ 84091 h 84574"/>
                  <a:gd name="connsiteX540" fmla="*/ 159000 w 1179211"/>
                  <a:gd name="connsiteY540" fmla="*/ 28997 h 84574"/>
                  <a:gd name="connsiteX541" fmla="*/ 158517 w 1179211"/>
                  <a:gd name="connsiteY541" fmla="*/ 2416 h 84574"/>
                  <a:gd name="connsiteX542" fmla="*/ 154167 w 1179211"/>
                  <a:gd name="connsiteY542" fmla="*/ 483 h 84574"/>
                  <a:gd name="connsiteX543" fmla="*/ 149576 w 1179211"/>
                  <a:gd name="connsiteY543" fmla="*/ 2416 h 84574"/>
                  <a:gd name="connsiteX544" fmla="*/ 147643 w 1179211"/>
                  <a:gd name="connsiteY544" fmla="*/ 6766 h 84574"/>
                  <a:gd name="connsiteX545" fmla="*/ 149576 w 1179211"/>
                  <a:gd name="connsiteY545" fmla="*/ 11116 h 84574"/>
                  <a:gd name="connsiteX546" fmla="*/ 154167 w 1179211"/>
                  <a:gd name="connsiteY546" fmla="*/ 13049 h 84574"/>
                  <a:gd name="connsiteX547" fmla="*/ 158517 w 1179211"/>
                  <a:gd name="connsiteY547" fmla="*/ 11116 h 84574"/>
                  <a:gd name="connsiteX548" fmla="*/ 160450 w 1179211"/>
                  <a:gd name="connsiteY548" fmla="*/ 6766 h 84574"/>
                  <a:gd name="connsiteX549" fmla="*/ 158517 w 1179211"/>
                  <a:gd name="connsiteY549" fmla="*/ 2416 h 84574"/>
                  <a:gd name="connsiteX550" fmla="*/ 128795 w 1179211"/>
                  <a:gd name="connsiteY550" fmla="*/ 84091 h 84574"/>
                  <a:gd name="connsiteX551" fmla="*/ 128795 w 1179211"/>
                  <a:gd name="connsiteY551" fmla="*/ 49537 h 84574"/>
                  <a:gd name="connsiteX552" fmla="*/ 128312 w 1179211"/>
                  <a:gd name="connsiteY552" fmla="*/ 41079 h 84574"/>
                  <a:gd name="connsiteX553" fmla="*/ 126137 w 1179211"/>
                  <a:gd name="connsiteY553" fmla="*/ 34071 h 84574"/>
                  <a:gd name="connsiteX554" fmla="*/ 120338 w 1179211"/>
                  <a:gd name="connsiteY554" fmla="*/ 29239 h 84574"/>
                  <a:gd name="connsiteX555" fmla="*/ 109705 w 1179211"/>
                  <a:gd name="connsiteY555" fmla="*/ 27306 h 84574"/>
                  <a:gd name="connsiteX556" fmla="*/ 102214 w 1179211"/>
                  <a:gd name="connsiteY556" fmla="*/ 28514 h 84574"/>
                  <a:gd name="connsiteX557" fmla="*/ 96898 w 1179211"/>
                  <a:gd name="connsiteY557" fmla="*/ 31655 h 84574"/>
                  <a:gd name="connsiteX558" fmla="*/ 93274 w 1179211"/>
                  <a:gd name="connsiteY558" fmla="*/ 35280 h 84574"/>
                  <a:gd name="connsiteX559" fmla="*/ 91341 w 1179211"/>
                  <a:gd name="connsiteY559" fmla="*/ 37938 h 84574"/>
                  <a:gd name="connsiteX560" fmla="*/ 90132 w 1179211"/>
                  <a:gd name="connsiteY560" fmla="*/ 28514 h 84574"/>
                  <a:gd name="connsiteX561" fmla="*/ 80708 w 1179211"/>
                  <a:gd name="connsiteY561" fmla="*/ 29480 h 84574"/>
                  <a:gd name="connsiteX562" fmla="*/ 80950 w 1179211"/>
                  <a:gd name="connsiteY562" fmla="*/ 31655 h 84574"/>
                  <a:gd name="connsiteX563" fmla="*/ 81433 w 1179211"/>
                  <a:gd name="connsiteY563" fmla="*/ 35280 h 84574"/>
                  <a:gd name="connsiteX564" fmla="*/ 81675 w 1179211"/>
                  <a:gd name="connsiteY564" fmla="*/ 39388 h 84574"/>
                  <a:gd name="connsiteX565" fmla="*/ 81917 w 1179211"/>
                  <a:gd name="connsiteY565" fmla="*/ 43496 h 84574"/>
                  <a:gd name="connsiteX566" fmla="*/ 81917 w 1179211"/>
                  <a:gd name="connsiteY566" fmla="*/ 84333 h 84574"/>
                  <a:gd name="connsiteX567" fmla="*/ 91824 w 1179211"/>
                  <a:gd name="connsiteY567" fmla="*/ 84333 h 84574"/>
                  <a:gd name="connsiteX568" fmla="*/ 91824 w 1179211"/>
                  <a:gd name="connsiteY568" fmla="*/ 53403 h 84574"/>
                  <a:gd name="connsiteX569" fmla="*/ 93032 w 1179211"/>
                  <a:gd name="connsiteY569" fmla="*/ 46154 h 84574"/>
                  <a:gd name="connsiteX570" fmla="*/ 96415 w 1179211"/>
                  <a:gd name="connsiteY570" fmla="*/ 40354 h 84574"/>
                  <a:gd name="connsiteX571" fmla="*/ 101248 w 1179211"/>
                  <a:gd name="connsiteY571" fmla="*/ 36488 h 84574"/>
                  <a:gd name="connsiteX572" fmla="*/ 107531 w 1179211"/>
                  <a:gd name="connsiteY572" fmla="*/ 35038 h 84574"/>
                  <a:gd name="connsiteX573" fmla="*/ 113572 w 1179211"/>
                  <a:gd name="connsiteY573" fmla="*/ 36005 h 84574"/>
                  <a:gd name="connsiteX574" fmla="*/ 117196 w 1179211"/>
                  <a:gd name="connsiteY574" fmla="*/ 38904 h 84574"/>
                  <a:gd name="connsiteX575" fmla="*/ 118888 w 1179211"/>
                  <a:gd name="connsiteY575" fmla="*/ 43496 h 84574"/>
                  <a:gd name="connsiteX576" fmla="*/ 119371 w 1179211"/>
                  <a:gd name="connsiteY576" fmla="*/ 49778 h 84574"/>
                  <a:gd name="connsiteX577" fmla="*/ 119371 w 1179211"/>
                  <a:gd name="connsiteY577" fmla="*/ 84333 h 84574"/>
                  <a:gd name="connsiteX578" fmla="*/ 128795 w 1179211"/>
                  <a:gd name="connsiteY578" fmla="*/ 84333 h 84574"/>
                  <a:gd name="connsiteX579" fmla="*/ 60894 w 1179211"/>
                  <a:gd name="connsiteY579" fmla="*/ 5799 h 84574"/>
                  <a:gd name="connsiteX580" fmla="*/ 50986 w 1179211"/>
                  <a:gd name="connsiteY580" fmla="*/ 5799 h 84574"/>
                  <a:gd name="connsiteX581" fmla="*/ 50986 w 1179211"/>
                  <a:gd name="connsiteY581" fmla="*/ 54128 h 84574"/>
                  <a:gd name="connsiteX582" fmla="*/ 49295 w 1179211"/>
                  <a:gd name="connsiteY582" fmla="*/ 66935 h 84574"/>
                  <a:gd name="connsiteX583" fmla="*/ 44945 w 1179211"/>
                  <a:gd name="connsiteY583" fmla="*/ 74667 h 84574"/>
                  <a:gd name="connsiteX584" fmla="*/ 38421 w 1179211"/>
                  <a:gd name="connsiteY584" fmla="*/ 78534 h 84574"/>
                  <a:gd name="connsiteX585" fmla="*/ 30447 w 1179211"/>
                  <a:gd name="connsiteY585" fmla="*/ 79500 h 84574"/>
                  <a:gd name="connsiteX586" fmla="*/ 22231 w 1179211"/>
                  <a:gd name="connsiteY586" fmla="*/ 78534 h 84574"/>
                  <a:gd name="connsiteX587" fmla="*/ 15707 w 1179211"/>
                  <a:gd name="connsiteY587" fmla="*/ 74667 h 84574"/>
                  <a:gd name="connsiteX588" fmla="*/ 11357 w 1179211"/>
                  <a:gd name="connsiteY588" fmla="*/ 66935 h 84574"/>
                  <a:gd name="connsiteX589" fmla="*/ 9666 w 1179211"/>
                  <a:gd name="connsiteY589" fmla="*/ 54128 h 84574"/>
                  <a:gd name="connsiteX590" fmla="*/ 9666 w 1179211"/>
                  <a:gd name="connsiteY590" fmla="*/ 5799 h 84574"/>
                  <a:gd name="connsiteX591" fmla="*/ 0 w 1179211"/>
                  <a:gd name="connsiteY591" fmla="*/ 5799 h 84574"/>
                  <a:gd name="connsiteX592" fmla="*/ 0 w 1179211"/>
                  <a:gd name="connsiteY592" fmla="*/ 54853 h 84574"/>
                  <a:gd name="connsiteX593" fmla="*/ 7733 w 1179211"/>
                  <a:gd name="connsiteY593" fmla="*/ 79500 h 84574"/>
                  <a:gd name="connsiteX594" fmla="*/ 30689 w 1179211"/>
                  <a:gd name="connsiteY594" fmla="*/ 86749 h 84574"/>
                  <a:gd name="connsiteX595" fmla="*/ 53403 w 1179211"/>
                  <a:gd name="connsiteY595" fmla="*/ 79500 h 84574"/>
                  <a:gd name="connsiteX596" fmla="*/ 60894 w 1179211"/>
                  <a:gd name="connsiteY596" fmla="*/ 54853 h 84574"/>
                  <a:gd name="connsiteX597" fmla="*/ 60894 w 1179211"/>
                  <a:gd name="connsiteY597" fmla="*/ 5799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</a:cxnLst>
                <a:rect l="l" t="t" r="r" b="b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1" name="Freihandform: Form 60">
                <a:extLst>
                  <a:ext uri="{FF2B5EF4-FFF2-40B4-BE49-F238E27FC236}">
                    <a16:creationId xmlns:a16="http://schemas.microsoft.com/office/drawing/2014/main" id="{E6E39BDF-EF42-4AB6-B762-15EEF4205FD7}"/>
                  </a:ext>
                </a:extLst>
              </p:cNvPr>
              <p:cNvSpPr/>
              <p:nvPr/>
            </p:nvSpPr>
            <p:spPr>
              <a:xfrm>
                <a:off x="11569754" y="1219314"/>
                <a:ext cx="152234" cy="132903"/>
              </a:xfrm>
              <a:custGeom>
                <a:avLst/>
                <a:gdLst>
                  <a:gd name="connsiteX0" fmla="*/ 0 w 152234"/>
                  <a:gd name="connsiteY0" fmla="*/ 134353 h 132902"/>
                  <a:gd name="connsiteX1" fmla="*/ 84816 w 152234"/>
                  <a:gd name="connsiteY1" fmla="*/ 134353 h 132902"/>
                  <a:gd name="connsiteX2" fmla="*/ 152234 w 152234"/>
                  <a:gd name="connsiteY2" fmla="*/ 67176 h 132902"/>
                  <a:gd name="connsiteX3" fmla="*/ 84816 w 152234"/>
                  <a:gd name="connsiteY3" fmla="*/ 0 h 132902"/>
                  <a:gd name="connsiteX4" fmla="*/ 0 w 152234"/>
                  <a:gd name="connsiteY4" fmla="*/ 0 h 132902"/>
                  <a:gd name="connsiteX5" fmla="*/ 0 w 152234"/>
                  <a:gd name="connsiteY5" fmla="*/ 134353 h 132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</p:grpSp>
      <p:sp>
        <p:nvSpPr>
          <p:cNvPr id="36" name="Bildplatzhalter 4">
            <a:extLst>
              <a:ext uri="{FF2B5EF4-FFF2-40B4-BE49-F238E27FC236}">
                <a16:creationId xmlns:a16="http://schemas.microsoft.com/office/drawing/2014/main" id="{CE13B148-0823-5B43-8A0E-5E7CA97610F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94989" y="400420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37" name="Bildplatzhalter 4">
            <a:extLst>
              <a:ext uri="{FF2B5EF4-FFF2-40B4-BE49-F238E27FC236}">
                <a16:creationId xmlns:a16="http://schemas.microsoft.com/office/drawing/2014/main" id="{D683DF22-D1D8-1E49-BAFA-D5A1DD9A84B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43714" y="394479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38" name="Bildplatzhalter 4">
            <a:extLst>
              <a:ext uri="{FF2B5EF4-FFF2-40B4-BE49-F238E27FC236}">
                <a16:creationId xmlns:a16="http://schemas.microsoft.com/office/drawing/2014/main" id="{299A59BA-AFBC-5240-9675-0BE075D1745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3708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39" name="Bildplatzhalter 4">
            <a:extLst>
              <a:ext uri="{FF2B5EF4-FFF2-40B4-BE49-F238E27FC236}">
                <a16:creationId xmlns:a16="http://schemas.microsoft.com/office/drawing/2014/main" id="{6E20D846-4FF9-AC41-BF41-CEE6E2A08CD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654279" y="4151976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40" name="Bildplatzhalter 4">
            <a:extLst>
              <a:ext uri="{FF2B5EF4-FFF2-40B4-BE49-F238E27FC236}">
                <a16:creationId xmlns:a16="http://schemas.microsoft.com/office/drawing/2014/main" id="{A849AFAA-CFDD-4649-874D-F4E9C02357E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0874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</p:spTree>
    <p:extLst>
      <p:ext uri="{BB962C8B-B14F-4D97-AF65-F5344CB8AC3E}">
        <p14:creationId xmlns:p14="http://schemas.microsoft.com/office/powerpoint/2010/main" val="220726709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C90C208C-E187-483E-A849-994740CF4EB9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  <a:solidFill>
            <a:schemeClr val="tx2"/>
          </a:solidFill>
        </p:grpSpPr>
        <p:sp>
          <p:nvSpPr>
            <p:cNvPr id="51" name="bk object 18">
              <a:extLst>
                <a:ext uri="{FF2B5EF4-FFF2-40B4-BE49-F238E27FC236}">
                  <a16:creationId xmlns:a16="http://schemas.microsoft.com/office/drawing/2014/main" id="{EE0396FA-425F-4EDC-9520-B9A44FA9B2CE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bk object 18">
              <a:extLst>
                <a:ext uri="{FF2B5EF4-FFF2-40B4-BE49-F238E27FC236}">
                  <a16:creationId xmlns:a16="http://schemas.microsoft.com/office/drawing/2014/main" id="{565B0312-1532-4603-9199-E7A9D647D7DD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Holder 3">
              <a:extLst>
                <a:ext uri="{FF2B5EF4-FFF2-40B4-BE49-F238E27FC236}">
                  <a16:creationId xmlns:a16="http://schemas.microsoft.com/office/drawing/2014/main" id="{64829966-6167-4E75-9B98-6CFBF28F3C7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  <a:grpFill/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sp>
        <p:nvSpPr>
          <p:cNvPr id="5" name="Titel 1">
            <a:extLst>
              <a:ext uri="{FF2B5EF4-FFF2-40B4-BE49-F238E27FC236}">
                <a16:creationId xmlns:a16="http://schemas.microsoft.com/office/drawing/2014/main" id="{B0EFD377-4EA8-4233-8819-69CE7EFB9E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7304" y="3034543"/>
            <a:ext cx="5735203" cy="919235"/>
          </a:xfrm>
        </p:spPr>
        <p:txBody>
          <a:bodyPr/>
          <a:lstStyle>
            <a:lvl1pPr algn="r">
              <a:defRPr/>
            </a:lvl1pPr>
          </a:lstStyle>
          <a:p>
            <a:r>
              <a:rPr lang="de-DE" dirty="0" err="1"/>
              <a:t>Kapiteltrenner</a:t>
            </a:r>
            <a:r>
              <a:rPr lang="de-DE" dirty="0"/>
              <a:t> (bearbeiten)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5327C6-E598-4991-AB22-BE7A8B83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581514-8A34-423E-AF48-23D40C9B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grpSp>
        <p:nvGrpSpPr>
          <p:cNvPr id="42" name="Grafik 9">
            <a:extLst>
              <a:ext uri="{FF2B5EF4-FFF2-40B4-BE49-F238E27FC236}">
                <a16:creationId xmlns:a16="http://schemas.microsoft.com/office/drawing/2014/main" id="{28A21B8F-6E69-4E11-AFD3-54EC4D2DD560}"/>
              </a:ext>
            </a:extLst>
          </p:cNvPr>
          <p:cNvGrpSpPr/>
          <p:nvPr userDrawn="1"/>
        </p:nvGrpSpPr>
        <p:grpSpPr>
          <a:xfrm>
            <a:off x="7741437" y="394294"/>
            <a:ext cx="1049330" cy="621121"/>
            <a:chOff x="10321916" y="525077"/>
            <a:chExt cx="1399106" cy="827140"/>
          </a:xfrm>
          <a:solidFill>
            <a:schemeClr val="accent1"/>
          </a:solidFill>
        </p:grpSpPr>
        <p:grpSp>
          <p:nvGrpSpPr>
            <p:cNvPr id="43" name="Grafik 9">
              <a:extLst>
                <a:ext uri="{FF2B5EF4-FFF2-40B4-BE49-F238E27FC236}">
                  <a16:creationId xmlns:a16="http://schemas.microsoft.com/office/drawing/2014/main" id="{D38F2AA7-E6E5-436E-8E36-7603834951DD}"/>
                </a:ext>
              </a:extLst>
            </p:cNvPr>
            <p:cNvGrpSpPr/>
            <p:nvPr/>
          </p:nvGrpSpPr>
          <p:grpSpPr>
            <a:xfrm>
              <a:off x="10321916" y="525077"/>
              <a:ext cx="1179212" cy="575107"/>
              <a:chOff x="10321916" y="525077"/>
              <a:chExt cx="1179212" cy="575107"/>
            </a:xfrm>
            <a:solidFill>
              <a:schemeClr val="accent1"/>
            </a:solidFill>
          </p:grpSpPr>
          <p:sp>
            <p:nvSpPr>
              <p:cNvPr id="66" name="Freihandform: Form 65">
                <a:extLst>
                  <a:ext uri="{FF2B5EF4-FFF2-40B4-BE49-F238E27FC236}">
                    <a16:creationId xmlns:a16="http://schemas.microsoft.com/office/drawing/2014/main" id="{CEE46D69-7B6E-4033-9F52-F87603FD3DC4}"/>
                  </a:ext>
                </a:extLst>
              </p:cNvPr>
              <p:cNvSpPr/>
              <p:nvPr/>
            </p:nvSpPr>
            <p:spPr>
              <a:xfrm>
                <a:off x="11143981" y="639857"/>
                <a:ext cx="357630" cy="357630"/>
              </a:xfrm>
              <a:custGeom>
                <a:avLst/>
                <a:gdLst>
                  <a:gd name="connsiteX0" fmla="*/ 358113 w 357629"/>
                  <a:gd name="connsiteY0" fmla="*/ 0 h 357629"/>
                  <a:gd name="connsiteX1" fmla="*/ 358113 w 357629"/>
                  <a:gd name="connsiteY1" fmla="*/ 179540 h 357629"/>
                  <a:gd name="connsiteX2" fmla="*/ 179057 w 357629"/>
                  <a:gd name="connsiteY2" fmla="*/ 359080 h 357629"/>
                  <a:gd name="connsiteX3" fmla="*/ 0 w 357629"/>
                  <a:gd name="connsiteY3" fmla="*/ 179540 h 357629"/>
                  <a:gd name="connsiteX4" fmla="*/ 0 w 357629"/>
                  <a:gd name="connsiteY4" fmla="*/ 0 h 357629"/>
                  <a:gd name="connsiteX5" fmla="*/ 90857 w 357629"/>
                  <a:gd name="connsiteY5" fmla="*/ 0 h 357629"/>
                  <a:gd name="connsiteX6" fmla="*/ 90857 w 357629"/>
                  <a:gd name="connsiteY6" fmla="*/ 171807 h 357629"/>
                  <a:gd name="connsiteX7" fmla="*/ 179057 w 357629"/>
                  <a:gd name="connsiteY7" fmla="*/ 265323 h 357629"/>
                  <a:gd name="connsiteX8" fmla="*/ 267256 w 357629"/>
                  <a:gd name="connsiteY8" fmla="*/ 171807 h 357629"/>
                  <a:gd name="connsiteX9" fmla="*/ 267256 w 357629"/>
                  <a:gd name="connsiteY9" fmla="*/ 0 h 357629"/>
                  <a:gd name="connsiteX10" fmla="*/ 358113 w 357629"/>
                  <a:gd name="connsiteY10" fmla="*/ 0 h 35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7" name="Freihandform: Form 66">
                <a:extLst>
                  <a:ext uri="{FF2B5EF4-FFF2-40B4-BE49-F238E27FC236}">
                    <a16:creationId xmlns:a16="http://schemas.microsoft.com/office/drawing/2014/main" id="{BDAE65FC-F144-4EB4-BDE1-439A96EEE0C4}"/>
                  </a:ext>
                </a:extLst>
              </p:cNvPr>
              <p:cNvSpPr/>
              <p:nvPr/>
            </p:nvSpPr>
            <p:spPr>
              <a:xfrm>
                <a:off x="10321916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 dirty="0"/>
              </a:p>
            </p:txBody>
          </p:sp>
          <p:sp>
            <p:nvSpPr>
              <p:cNvPr id="68" name="Freihandform: Form 67">
                <a:extLst>
                  <a:ext uri="{FF2B5EF4-FFF2-40B4-BE49-F238E27FC236}">
                    <a16:creationId xmlns:a16="http://schemas.microsoft.com/office/drawing/2014/main" id="{D3DBEDEF-DBC0-4148-9FDD-21C8CA8A0A9D}"/>
                  </a:ext>
                </a:extLst>
              </p:cNvPr>
              <p:cNvSpPr/>
              <p:nvPr/>
            </p:nvSpPr>
            <p:spPr>
              <a:xfrm>
                <a:off x="10734399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9" name="Freihandform: Form 68">
                <a:extLst>
                  <a:ext uri="{FF2B5EF4-FFF2-40B4-BE49-F238E27FC236}">
                    <a16:creationId xmlns:a16="http://schemas.microsoft.com/office/drawing/2014/main" id="{32B50B26-A8AC-4560-90A5-3EA0F8790ACA}"/>
                  </a:ext>
                </a:extLst>
              </p:cNvPr>
              <p:cNvSpPr/>
              <p:nvPr/>
            </p:nvSpPr>
            <p:spPr>
              <a:xfrm>
                <a:off x="104640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0" name="Freihandform: Form 69">
                <a:extLst>
                  <a:ext uri="{FF2B5EF4-FFF2-40B4-BE49-F238E27FC236}">
                    <a16:creationId xmlns:a16="http://schemas.microsoft.com/office/drawing/2014/main" id="{E672BC32-FFA3-4CA6-A563-DD6F9BC119AB}"/>
                  </a:ext>
                </a:extLst>
              </p:cNvPr>
              <p:cNvSpPr/>
              <p:nvPr/>
            </p:nvSpPr>
            <p:spPr>
              <a:xfrm>
                <a:off x="10610678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1" name="Freihandform: Form 70">
                <a:extLst>
                  <a:ext uri="{FF2B5EF4-FFF2-40B4-BE49-F238E27FC236}">
                    <a16:creationId xmlns:a16="http://schemas.microsoft.com/office/drawing/2014/main" id="{9D229350-21C3-418C-96E5-56B9BC682764}"/>
                  </a:ext>
                </a:extLst>
              </p:cNvPr>
              <p:cNvSpPr/>
              <p:nvPr/>
            </p:nvSpPr>
            <p:spPr>
              <a:xfrm>
                <a:off x="109497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44" name="Freihandform: Form 43">
              <a:extLst>
                <a:ext uri="{FF2B5EF4-FFF2-40B4-BE49-F238E27FC236}">
                  <a16:creationId xmlns:a16="http://schemas.microsoft.com/office/drawing/2014/main" id="{3B2C3CB2-9BD9-4C7F-A03D-9FAC1547D206}"/>
                </a:ext>
              </a:extLst>
            </p:cNvPr>
            <p:cNvSpPr/>
            <p:nvPr/>
          </p:nvSpPr>
          <p:spPr>
            <a:xfrm>
              <a:off x="10322158" y="1089069"/>
              <a:ext cx="57994" cy="77325"/>
            </a:xfrm>
            <a:custGeom>
              <a:avLst/>
              <a:gdLst>
                <a:gd name="connsiteX0" fmla="*/ 49053 w 57994"/>
                <a:gd name="connsiteY0" fmla="*/ 0 h 77325"/>
                <a:gd name="connsiteX1" fmla="*/ 49053 w 57994"/>
                <a:gd name="connsiteY1" fmla="*/ 34071 h 77325"/>
                <a:gd name="connsiteX2" fmla="*/ 10149 w 57994"/>
                <a:gd name="connsiteY2" fmla="*/ 34071 h 77325"/>
                <a:gd name="connsiteX3" fmla="*/ 10149 w 57994"/>
                <a:gd name="connsiteY3" fmla="*/ 0 h 77325"/>
                <a:gd name="connsiteX4" fmla="*/ 0 w 57994"/>
                <a:gd name="connsiteY4" fmla="*/ 0 h 77325"/>
                <a:gd name="connsiteX5" fmla="*/ 0 w 57994"/>
                <a:gd name="connsiteY5" fmla="*/ 78292 h 77325"/>
                <a:gd name="connsiteX6" fmla="*/ 10149 w 57994"/>
                <a:gd name="connsiteY6" fmla="*/ 78292 h 77325"/>
                <a:gd name="connsiteX7" fmla="*/ 10149 w 57994"/>
                <a:gd name="connsiteY7" fmla="*/ 40837 h 77325"/>
                <a:gd name="connsiteX8" fmla="*/ 49053 w 57994"/>
                <a:gd name="connsiteY8" fmla="*/ 40837 h 77325"/>
                <a:gd name="connsiteX9" fmla="*/ 49053 w 57994"/>
                <a:gd name="connsiteY9" fmla="*/ 78292 h 77325"/>
                <a:gd name="connsiteX10" fmla="*/ 58961 w 57994"/>
                <a:gd name="connsiteY10" fmla="*/ 78292 h 77325"/>
                <a:gd name="connsiteX11" fmla="*/ 58961 w 57994"/>
                <a:gd name="connsiteY11" fmla="*/ 0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45" name="Freihandform: Form 44">
              <a:extLst>
                <a:ext uri="{FF2B5EF4-FFF2-40B4-BE49-F238E27FC236}">
                  <a16:creationId xmlns:a16="http://schemas.microsoft.com/office/drawing/2014/main" id="{C34D53EC-E9A8-4321-AADF-45F3327CFD78}"/>
                </a:ext>
              </a:extLst>
            </p:cNvPr>
            <p:cNvSpPr/>
            <p:nvPr/>
          </p:nvSpPr>
          <p:spPr>
            <a:xfrm>
              <a:off x="10399483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6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46" name="Freihandform: Form 45">
              <a:extLst>
                <a:ext uri="{FF2B5EF4-FFF2-40B4-BE49-F238E27FC236}">
                  <a16:creationId xmlns:a16="http://schemas.microsoft.com/office/drawing/2014/main" id="{43A49C16-A28B-4031-A77C-89AAA332D02C}"/>
                </a:ext>
              </a:extLst>
            </p:cNvPr>
            <p:cNvSpPr/>
            <p:nvPr/>
          </p:nvSpPr>
          <p:spPr>
            <a:xfrm>
              <a:off x="104654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47" name="Grafik 9">
              <a:extLst>
                <a:ext uri="{FF2B5EF4-FFF2-40B4-BE49-F238E27FC236}">
                  <a16:creationId xmlns:a16="http://schemas.microsoft.com/office/drawing/2014/main" id="{6648D76C-F5E6-4559-8E7C-C8AC6A349ECC}"/>
                </a:ext>
              </a:extLst>
            </p:cNvPr>
            <p:cNvGrpSpPr/>
            <p:nvPr/>
          </p:nvGrpSpPr>
          <p:grpSpPr>
            <a:xfrm>
              <a:off x="10496140" y="1110575"/>
              <a:ext cx="101490" cy="55578"/>
              <a:chOff x="10496140" y="1110575"/>
              <a:chExt cx="101490" cy="55578"/>
            </a:xfrm>
            <a:solidFill>
              <a:srgbClr val="000000"/>
            </a:solidFill>
          </p:grpSpPr>
          <p:sp>
            <p:nvSpPr>
              <p:cNvPr id="64" name="Freihandform: Form 63">
                <a:extLst>
                  <a:ext uri="{FF2B5EF4-FFF2-40B4-BE49-F238E27FC236}">
                    <a16:creationId xmlns:a16="http://schemas.microsoft.com/office/drawing/2014/main" id="{72294CCB-ECFF-408E-9DE3-9CFD213367BB}"/>
                  </a:ext>
                </a:extLst>
              </p:cNvPr>
              <p:cNvSpPr/>
              <p:nvPr/>
            </p:nvSpPr>
            <p:spPr>
              <a:xfrm>
                <a:off x="104961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5" name="Freihandform: Form 64">
                <a:extLst>
                  <a:ext uri="{FF2B5EF4-FFF2-40B4-BE49-F238E27FC236}">
                    <a16:creationId xmlns:a16="http://schemas.microsoft.com/office/drawing/2014/main" id="{8C858B51-A8C9-432A-9282-705400CDA1E4}"/>
                  </a:ext>
                </a:extLst>
              </p:cNvPr>
              <p:cNvSpPr/>
              <p:nvPr/>
            </p:nvSpPr>
            <p:spPr>
              <a:xfrm>
                <a:off x="10562833" y="1110816"/>
                <a:ext cx="33830" cy="55578"/>
              </a:xfrm>
              <a:custGeom>
                <a:avLst/>
                <a:gdLst>
                  <a:gd name="connsiteX0" fmla="*/ 1208 w 33829"/>
                  <a:gd name="connsiteY0" fmla="*/ 56544 h 55577"/>
                  <a:gd name="connsiteX1" fmla="*/ 10632 w 33829"/>
                  <a:gd name="connsiteY1" fmla="*/ 56544 h 55577"/>
                  <a:gd name="connsiteX2" fmla="*/ 10632 w 33829"/>
                  <a:gd name="connsiteY2" fmla="*/ 29964 h 55577"/>
                  <a:gd name="connsiteX3" fmla="*/ 10874 w 33829"/>
                  <a:gd name="connsiteY3" fmla="*/ 24406 h 55577"/>
                  <a:gd name="connsiteX4" fmla="*/ 11599 w 33829"/>
                  <a:gd name="connsiteY4" fmla="*/ 19090 h 55577"/>
                  <a:gd name="connsiteX5" fmla="*/ 15707 w 33829"/>
                  <a:gd name="connsiteY5" fmla="*/ 10391 h 55577"/>
                  <a:gd name="connsiteX6" fmla="*/ 21748 w 33829"/>
                  <a:gd name="connsiteY6" fmla="*/ 7008 h 55577"/>
                  <a:gd name="connsiteX7" fmla="*/ 27789 w 33829"/>
                  <a:gd name="connsiteY7" fmla="*/ 13049 h 55577"/>
                  <a:gd name="connsiteX8" fmla="*/ 36005 w 33829"/>
                  <a:gd name="connsiteY8" fmla="*/ 10149 h 55577"/>
                  <a:gd name="connsiteX9" fmla="*/ 34796 w 33829"/>
                  <a:gd name="connsiteY9" fmla="*/ 5316 h 55577"/>
                  <a:gd name="connsiteX10" fmla="*/ 32380 w 33829"/>
                  <a:gd name="connsiteY10" fmla="*/ 2175 h 55577"/>
                  <a:gd name="connsiteX11" fmla="*/ 28997 w 33829"/>
                  <a:gd name="connsiteY11" fmla="*/ 483 h 55577"/>
                  <a:gd name="connsiteX12" fmla="*/ 25614 w 33829"/>
                  <a:gd name="connsiteY12" fmla="*/ 0 h 55577"/>
                  <a:gd name="connsiteX13" fmla="*/ 16915 w 33829"/>
                  <a:gd name="connsiteY13" fmla="*/ 2658 h 55577"/>
                  <a:gd name="connsiteX14" fmla="*/ 10632 w 33829"/>
                  <a:gd name="connsiteY14" fmla="*/ 10149 h 55577"/>
                  <a:gd name="connsiteX15" fmla="*/ 9424 w 33829"/>
                  <a:gd name="connsiteY15" fmla="*/ 483 h 55577"/>
                  <a:gd name="connsiteX16" fmla="*/ 0 w 33829"/>
                  <a:gd name="connsiteY16" fmla="*/ 1450 h 55577"/>
                  <a:gd name="connsiteX17" fmla="*/ 242 w 33829"/>
                  <a:gd name="connsiteY17" fmla="*/ 3625 h 55577"/>
                  <a:gd name="connsiteX18" fmla="*/ 725 w 33829"/>
                  <a:gd name="connsiteY18" fmla="*/ 7249 h 55577"/>
                  <a:gd name="connsiteX19" fmla="*/ 967 w 33829"/>
                  <a:gd name="connsiteY19" fmla="*/ 11357 h 55577"/>
                  <a:gd name="connsiteX20" fmla="*/ 1208 w 33829"/>
                  <a:gd name="connsiteY20" fmla="*/ 15465 h 55577"/>
                  <a:gd name="connsiteX21" fmla="*/ 1208 w 33829"/>
                  <a:gd name="connsiteY21" fmla="*/ 56544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48" name="Freihandform: Form 47">
              <a:extLst>
                <a:ext uri="{FF2B5EF4-FFF2-40B4-BE49-F238E27FC236}">
                  <a16:creationId xmlns:a16="http://schemas.microsoft.com/office/drawing/2014/main" id="{850DEC09-33CF-46B7-8919-E68733DA60E2}"/>
                </a:ext>
              </a:extLst>
            </p:cNvPr>
            <p:cNvSpPr/>
            <p:nvPr/>
          </p:nvSpPr>
          <p:spPr>
            <a:xfrm>
              <a:off x="10612128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49" name="Grafik 9">
              <a:extLst>
                <a:ext uri="{FF2B5EF4-FFF2-40B4-BE49-F238E27FC236}">
                  <a16:creationId xmlns:a16="http://schemas.microsoft.com/office/drawing/2014/main" id="{76E6A984-C52F-41F6-89DA-473E7CC811C1}"/>
                </a:ext>
              </a:extLst>
            </p:cNvPr>
            <p:cNvGrpSpPr/>
            <p:nvPr/>
          </p:nvGrpSpPr>
          <p:grpSpPr>
            <a:xfrm>
              <a:off x="10639675" y="1081336"/>
              <a:ext cx="106322" cy="86991"/>
              <a:chOff x="10639675" y="1081336"/>
              <a:chExt cx="106322" cy="86991"/>
            </a:xfrm>
            <a:solidFill>
              <a:srgbClr val="000000"/>
            </a:solidFill>
          </p:grpSpPr>
          <p:sp>
            <p:nvSpPr>
              <p:cNvPr id="62" name="Freihandform: Form 61">
                <a:extLst>
                  <a:ext uri="{FF2B5EF4-FFF2-40B4-BE49-F238E27FC236}">
                    <a16:creationId xmlns:a16="http://schemas.microsoft.com/office/drawing/2014/main" id="{F56B1511-9094-47FA-A7FF-42BAE978C4B5}"/>
                  </a:ext>
                </a:extLst>
              </p:cNvPr>
              <p:cNvSpPr/>
              <p:nvPr/>
            </p:nvSpPr>
            <p:spPr>
              <a:xfrm>
                <a:off x="10639675" y="1110575"/>
                <a:ext cx="45912" cy="57994"/>
              </a:xfrm>
              <a:custGeom>
                <a:avLst/>
                <a:gdLst>
                  <a:gd name="connsiteX0" fmla="*/ 41804 w 45911"/>
                  <a:gd name="connsiteY0" fmla="*/ 44462 h 57994"/>
                  <a:gd name="connsiteX1" fmla="*/ 33830 w 45911"/>
                  <a:gd name="connsiteY1" fmla="*/ 50261 h 57994"/>
                  <a:gd name="connsiteX2" fmla="*/ 26581 w 45911"/>
                  <a:gd name="connsiteY2" fmla="*/ 51711 h 57994"/>
                  <a:gd name="connsiteX3" fmla="*/ 18848 w 45911"/>
                  <a:gd name="connsiteY3" fmla="*/ 50020 h 57994"/>
                  <a:gd name="connsiteX4" fmla="*/ 13774 w 45911"/>
                  <a:gd name="connsiteY4" fmla="*/ 45187 h 57994"/>
                  <a:gd name="connsiteX5" fmla="*/ 11116 w 45911"/>
                  <a:gd name="connsiteY5" fmla="*/ 38179 h 57994"/>
                  <a:gd name="connsiteX6" fmla="*/ 10391 w 45911"/>
                  <a:gd name="connsiteY6" fmla="*/ 30205 h 57994"/>
                  <a:gd name="connsiteX7" fmla="*/ 11357 w 45911"/>
                  <a:gd name="connsiteY7" fmla="*/ 21748 h 57994"/>
                  <a:gd name="connsiteX8" fmla="*/ 14257 w 45911"/>
                  <a:gd name="connsiteY8" fmla="*/ 14015 h 57994"/>
                  <a:gd name="connsiteX9" fmla="*/ 19331 w 45911"/>
                  <a:gd name="connsiteY9" fmla="*/ 8457 h 57994"/>
                  <a:gd name="connsiteX10" fmla="*/ 26822 w 45911"/>
                  <a:gd name="connsiteY10" fmla="*/ 6283 h 57994"/>
                  <a:gd name="connsiteX11" fmla="*/ 34555 w 45911"/>
                  <a:gd name="connsiteY11" fmla="*/ 7733 h 57994"/>
                  <a:gd name="connsiteX12" fmla="*/ 39629 w 45911"/>
                  <a:gd name="connsiteY12" fmla="*/ 11599 h 57994"/>
                  <a:gd name="connsiteX13" fmla="*/ 44462 w 45911"/>
                  <a:gd name="connsiteY13" fmla="*/ 4350 h 57994"/>
                  <a:gd name="connsiteX14" fmla="*/ 36488 w 45911"/>
                  <a:gd name="connsiteY14" fmla="*/ 967 h 57994"/>
                  <a:gd name="connsiteX15" fmla="*/ 28030 w 45911"/>
                  <a:gd name="connsiteY15" fmla="*/ 0 h 57994"/>
                  <a:gd name="connsiteX16" fmla="*/ 16432 w 45911"/>
                  <a:gd name="connsiteY16" fmla="*/ 2175 h 57994"/>
                  <a:gd name="connsiteX17" fmla="*/ 7491 w 45911"/>
                  <a:gd name="connsiteY17" fmla="*/ 8216 h 57994"/>
                  <a:gd name="connsiteX18" fmla="*/ 1933 w 45911"/>
                  <a:gd name="connsiteY18" fmla="*/ 17640 h 57994"/>
                  <a:gd name="connsiteX19" fmla="*/ 0 w 45911"/>
                  <a:gd name="connsiteY19" fmla="*/ 29722 h 57994"/>
                  <a:gd name="connsiteX20" fmla="*/ 7008 w 45911"/>
                  <a:gd name="connsiteY20" fmla="*/ 50986 h 57994"/>
                  <a:gd name="connsiteX21" fmla="*/ 26581 w 45911"/>
                  <a:gd name="connsiteY21" fmla="*/ 58236 h 57994"/>
                  <a:gd name="connsiteX22" fmla="*/ 31172 w 45911"/>
                  <a:gd name="connsiteY22" fmla="*/ 57752 h 57994"/>
                  <a:gd name="connsiteX23" fmla="*/ 36246 w 45911"/>
                  <a:gd name="connsiteY23" fmla="*/ 56303 h 57994"/>
                  <a:gd name="connsiteX24" fmla="*/ 41321 w 45911"/>
                  <a:gd name="connsiteY24" fmla="*/ 53403 h 57994"/>
                  <a:gd name="connsiteX25" fmla="*/ 46154 w 45911"/>
                  <a:gd name="connsiteY25" fmla="*/ 48328 h 57994"/>
                  <a:gd name="connsiteX26" fmla="*/ 41804 w 45911"/>
                  <a:gd name="connsiteY26" fmla="*/ 44462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3" name="Freihandform: Form 62">
                <a:extLst>
                  <a:ext uri="{FF2B5EF4-FFF2-40B4-BE49-F238E27FC236}">
                    <a16:creationId xmlns:a16="http://schemas.microsoft.com/office/drawing/2014/main" id="{471AA2D1-C758-44FC-9F5A-F60912B8F482}"/>
                  </a:ext>
                </a:extLst>
              </p:cNvPr>
              <p:cNvSpPr/>
              <p:nvPr/>
            </p:nvSpPr>
            <p:spPr>
              <a:xfrm>
                <a:off x="10699360" y="1081336"/>
                <a:ext cx="45912" cy="84575"/>
              </a:xfrm>
              <a:custGeom>
                <a:avLst/>
                <a:gdLst>
                  <a:gd name="connsiteX0" fmla="*/ 9907 w 45911"/>
                  <a:gd name="connsiteY0" fmla="*/ 0 h 84574"/>
                  <a:gd name="connsiteX1" fmla="*/ 0 w 45911"/>
                  <a:gd name="connsiteY1" fmla="*/ 0 h 84574"/>
                  <a:gd name="connsiteX2" fmla="*/ 0 w 45911"/>
                  <a:gd name="connsiteY2" fmla="*/ 86266 h 84574"/>
                  <a:gd name="connsiteX3" fmla="*/ 9907 w 45911"/>
                  <a:gd name="connsiteY3" fmla="*/ 86266 h 84574"/>
                  <a:gd name="connsiteX4" fmla="*/ 9907 w 45911"/>
                  <a:gd name="connsiteY4" fmla="*/ 55094 h 84574"/>
                  <a:gd name="connsiteX5" fmla="*/ 11116 w 45911"/>
                  <a:gd name="connsiteY5" fmla="*/ 47845 h 84574"/>
                  <a:gd name="connsiteX6" fmla="*/ 14499 w 45911"/>
                  <a:gd name="connsiteY6" fmla="*/ 42046 h 84574"/>
                  <a:gd name="connsiteX7" fmla="*/ 19331 w 45911"/>
                  <a:gd name="connsiteY7" fmla="*/ 38179 h 84574"/>
                  <a:gd name="connsiteX8" fmla="*/ 25614 w 45911"/>
                  <a:gd name="connsiteY8" fmla="*/ 36730 h 84574"/>
                  <a:gd name="connsiteX9" fmla="*/ 31655 w 45911"/>
                  <a:gd name="connsiteY9" fmla="*/ 37696 h 84574"/>
                  <a:gd name="connsiteX10" fmla="*/ 35280 w 45911"/>
                  <a:gd name="connsiteY10" fmla="*/ 40596 h 84574"/>
                  <a:gd name="connsiteX11" fmla="*/ 36971 w 45911"/>
                  <a:gd name="connsiteY11" fmla="*/ 45187 h 84574"/>
                  <a:gd name="connsiteX12" fmla="*/ 37454 w 45911"/>
                  <a:gd name="connsiteY12" fmla="*/ 51470 h 84574"/>
                  <a:gd name="connsiteX13" fmla="*/ 37454 w 45911"/>
                  <a:gd name="connsiteY13" fmla="*/ 86024 h 84574"/>
                  <a:gd name="connsiteX14" fmla="*/ 47362 w 45911"/>
                  <a:gd name="connsiteY14" fmla="*/ 86024 h 84574"/>
                  <a:gd name="connsiteX15" fmla="*/ 47362 w 45911"/>
                  <a:gd name="connsiteY15" fmla="*/ 51470 h 84574"/>
                  <a:gd name="connsiteX16" fmla="*/ 46879 w 45911"/>
                  <a:gd name="connsiteY16" fmla="*/ 43012 h 84574"/>
                  <a:gd name="connsiteX17" fmla="*/ 44704 w 45911"/>
                  <a:gd name="connsiteY17" fmla="*/ 36005 h 84574"/>
                  <a:gd name="connsiteX18" fmla="*/ 38904 w 45911"/>
                  <a:gd name="connsiteY18" fmla="*/ 31172 h 84574"/>
                  <a:gd name="connsiteX19" fmla="*/ 28272 w 45911"/>
                  <a:gd name="connsiteY19" fmla="*/ 29239 h 84574"/>
                  <a:gd name="connsiteX20" fmla="*/ 20781 w 45911"/>
                  <a:gd name="connsiteY20" fmla="*/ 30447 h 84574"/>
                  <a:gd name="connsiteX21" fmla="*/ 15465 w 45911"/>
                  <a:gd name="connsiteY21" fmla="*/ 33347 h 84574"/>
                  <a:gd name="connsiteX22" fmla="*/ 12082 w 45911"/>
                  <a:gd name="connsiteY22" fmla="*/ 36730 h 84574"/>
                  <a:gd name="connsiteX23" fmla="*/ 10149 w 45911"/>
                  <a:gd name="connsiteY23" fmla="*/ 39388 h 84574"/>
                  <a:gd name="connsiteX24" fmla="*/ 10149 w 45911"/>
                  <a:gd name="connsiteY24" fmla="*/ 0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54" name="Freihandform: Form 53">
              <a:extLst>
                <a:ext uri="{FF2B5EF4-FFF2-40B4-BE49-F238E27FC236}">
                  <a16:creationId xmlns:a16="http://schemas.microsoft.com/office/drawing/2014/main" id="{C9FFC4BE-782B-4407-ABB2-26B7AB219685}"/>
                </a:ext>
              </a:extLst>
            </p:cNvPr>
            <p:cNvSpPr/>
            <p:nvPr/>
          </p:nvSpPr>
          <p:spPr>
            <a:xfrm>
              <a:off x="10808824" y="1089069"/>
              <a:ext cx="57994" cy="77325"/>
            </a:xfrm>
            <a:custGeom>
              <a:avLst/>
              <a:gdLst>
                <a:gd name="connsiteX0" fmla="*/ 10149 w 57994"/>
                <a:gd name="connsiteY0" fmla="*/ 78292 h 77325"/>
                <a:gd name="connsiteX1" fmla="*/ 10149 w 57994"/>
                <a:gd name="connsiteY1" fmla="*/ 40837 h 77325"/>
                <a:gd name="connsiteX2" fmla="*/ 48812 w 57994"/>
                <a:gd name="connsiteY2" fmla="*/ 40837 h 77325"/>
                <a:gd name="connsiteX3" fmla="*/ 48812 w 57994"/>
                <a:gd name="connsiteY3" fmla="*/ 78292 h 77325"/>
                <a:gd name="connsiteX4" fmla="*/ 58961 w 57994"/>
                <a:gd name="connsiteY4" fmla="*/ 78292 h 77325"/>
                <a:gd name="connsiteX5" fmla="*/ 58961 w 57994"/>
                <a:gd name="connsiteY5" fmla="*/ 0 h 77325"/>
                <a:gd name="connsiteX6" fmla="*/ 48812 w 57994"/>
                <a:gd name="connsiteY6" fmla="*/ 0 h 77325"/>
                <a:gd name="connsiteX7" fmla="*/ 48812 w 57994"/>
                <a:gd name="connsiteY7" fmla="*/ 34071 h 77325"/>
                <a:gd name="connsiteX8" fmla="*/ 10149 w 57994"/>
                <a:gd name="connsiteY8" fmla="*/ 34071 h 77325"/>
                <a:gd name="connsiteX9" fmla="*/ 10149 w 57994"/>
                <a:gd name="connsiteY9" fmla="*/ 0 h 77325"/>
                <a:gd name="connsiteX10" fmla="*/ 0 w 57994"/>
                <a:gd name="connsiteY10" fmla="*/ 0 h 77325"/>
                <a:gd name="connsiteX11" fmla="*/ 0 w 57994"/>
                <a:gd name="connsiteY11" fmla="*/ 78292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55" name="Freihandform: Form 54">
              <a:extLst>
                <a:ext uri="{FF2B5EF4-FFF2-40B4-BE49-F238E27FC236}">
                  <a16:creationId xmlns:a16="http://schemas.microsoft.com/office/drawing/2014/main" id="{85558C76-36A1-4709-91E4-31D73F769E5E}"/>
                </a:ext>
              </a:extLst>
            </p:cNvPr>
            <p:cNvSpPr/>
            <p:nvPr/>
          </p:nvSpPr>
          <p:spPr>
            <a:xfrm>
              <a:off x="10886391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5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56" name="Freihandform: Form 55">
              <a:extLst>
                <a:ext uri="{FF2B5EF4-FFF2-40B4-BE49-F238E27FC236}">
                  <a16:creationId xmlns:a16="http://schemas.microsoft.com/office/drawing/2014/main" id="{14203DE1-A9F0-4D64-93D7-6F1193FCCD92}"/>
                </a:ext>
              </a:extLst>
            </p:cNvPr>
            <p:cNvSpPr/>
            <p:nvPr/>
          </p:nvSpPr>
          <p:spPr>
            <a:xfrm>
              <a:off x="109511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57" name="Grafik 9">
              <a:extLst>
                <a:ext uri="{FF2B5EF4-FFF2-40B4-BE49-F238E27FC236}">
                  <a16:creationId xmlns:a16="http://schemas.microsoft.com/office/drawing/2014/main" id="{C9404E57-FC61-463D-95D1-ADB8769BB660}"/>
                </a:ext>
              </a:extLst>
            </p:cNvPr>
            <p:cNvGrpSpPr/>
            <p:nvPr/>
          </p:nvGrpSpPr>
          <p:grpSpPr>
            <a:xfrm>
              <a:off x="10321916" y="1110575"/>
              <a:ext cx="1399106" cy="241642"/>
              <a:chOff x="10321916" y="1110575"/>
              <a:chExt cx="1399106" cy="241642"/>
            </a:xfrm>
            <a:solidFill>
              <a:schemeClr val="accent1"/>
            </a:solidFill>
          </p:grpSpPr>
          <p:sp>
            <p:nvSpPr>
              <p:cNvPr id="58" name="Freihandform: Form 57">
                <a:extLst>
                  <a:ext uri="{FF2B5EF4-FFF2-40B4-BE49-F238E27FC236}">
                    <a16:creationId xmlns:a16="http://schemas.microsoft.com/office/drawing/2014/main" id="{98FC7513-1A8D-48DA-B31B-27CFF283C2A7}"/>
                  </a:ext>
                </a:extLst>
              </p:cNvPr>
              <p:cNvSpPr/>
              <p:nvPr/>
            </p:nvSpPr>
            <p:spPr>
              <a:xfrm>
                <a:off x="109818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59" name="Freihandform: Form 58">
                <a:extLst>
                  <a:ext uri="{FF2B5EF4-FFF2-40B4-BE49-F238E27FC236}">
                    <a16:creationId xmlns:a16="http://schemas.microsoft.com/office/drawing/2014/main" id="{C99C6873-07A7-4B6A-8391-A221663427C6}"/>
                  </a:ext>
                </a:extLst>
              </p:cNvPr>
              <p:cNvSpPr/>
              <p:nvPr/>
            </p:nvSpPr>
            <p:spPr>
              <a:xfrm>
                <a:off x="11046358" y="1110575"/>
                <a:ext cx="48328" cy="57994"/>
              </a:xfrm>
              <a:custGeom>
                <a:avLst/>
                <a:gdLst>
                  <a:gd name="connsiteX0" fmla="*/ 9907 w 48328"/>
                  <a:gd name="connsiteY0" fmla="*/ 24647 h 57994"/>
                  <a:gd name="connsiteX1" fmla="*/ 11599 w 48328"/>
                  <a:gd name="connsiteY1" fmla="*/ 17640 h 57994"/>
                  <a:gd name="connsiteX2" fmla="*/ 14740 w 48328"/>
                  <a:gd name="connsiteY2" fmla="*/ 11840 h 57994"/>
                  <a:gd name="connsiteX3" fmla="*/ 19331 w 48328"/>
                  <a:gd name="connsiteY3" fmla="*/ 7733 h 57994"/>
                  <a:gd name="connsiteX4" fmla="*/ 25372 w 48328"/>
                  <a:gd name="connsiteY4" fmla="*/ 6283 h 57994"/>
                  <a:gd name="connsiteX5" fmla="*/ 33830 w 48328"/>
                  <a:gd name="connsiteY5" fmla="*/ 10874 h 57994"/>
                  <a:gd name="connsiteX6" fmla="*/ 36971 w 48328"/>
                  <a:gd name="connsiteY6" fmla="*/ 22956 h 57994"/>
                  <a:gd name="connsiteX7" fmla="*/ 36971 w 48328"/>
                  <a:gd name="connsiteY7" fmla="*/ 24889 h 57994"/>
                  <a:gd name="connsiteX8" fmla="*/ 9907 w 48328"/>
                  <a:gd name="connsiteY8" fmla="*/ 24889 h 57994"/>
                  <a:gd name="connsiteX9" fmla="*/ 9666 w 48328"/>
                  <a:gd name="connsiteY9" fmla="*/ 30930 h 57994"/>
                  <a:gd name="connsiteX10" fmla="*/ 47120 w 48328"/>
                  <a:gd name="connsiteY10" fmla="*/ 30930 h 57994"/>
                  <a:gd name="connsiteX11" fmla="*/ 47120 w 48328"/>
                  <a:gd name="connsiteY11" fmla="*/ 25372 h 57994"/>
                  <a:gd name="connsiteX12" fmla="*/ 46154 w 48328"/>
                  <a:gd name="connsiteY12" fmla="*/ 16190 h 57994"/>
                  <a:gd name="connsiteX13" fmla="*/ 42529 w 48328"/>
                  <a:gd name="connsiteY13" fmla="*/ 7974 h 57994"/>
                  <a:gd name="connsiteX14" fmla="*/ 35763 w 48328"/>
                  <a:gd name="connsiteY14" fmla="*/ 2175 h 57994"/>
                  <a:gd name="connsiteX15" fmla="*/ 25131 w 48328"/>
                  <a:gd name="connsiteY15" fmla="*/ 0 h 57994"/>
                  <a:gd name="connsiteX16" fmla="*/ 15223 w 48328"/>
                  <a:gd name="connsiteY16" fmla="*/ 2175 h 57994"/>
                  <a:gd name="connsiteX17" fmla="*/ 7249 w 48328"/>
                  <a:gd name="connsiteY17" fmla="*/ 8216 h 57994"/>
                  <a:gd name="connsiteX18" fmla="*/ 1933 w 48328"/>
                  <a:gd name="connsiteY18" fmla="*/ 17398 h 57994"/>
                  <a:gd name="connsiteX19" fmla="*/ 0 w 48328"/>
                  <a:gd name="connsiteY19" fmla="*/ 29239 h 57994"/>
                  <a:gd name="connsiteX20" fmla="*/ 6766 w 48328"/>
                  <a:gd name="connsiteY20" fmla="*/ 50986 h 57994"/>
                  <a:gd name="connsiteX21" fmla="*/ 26581 w 48328"/>
                  <a:gd name="connsiteY21" fmla="*/ 58477 h 57994"/>
                  <a:gd name="connsiteX22" fmla="*/ 38663 w 48328"/>
                  <a:gd name="connsiteY22" fmla="*/ 55819 h 57994"/>
                  <a:gd name="connsiteX23" fmla="*/ 48328 w 48328"/>
                  <a:gd name="connsiteY23" fmla="*/ 47845 h 57994"/>
                  <a:gd name="connsiteX24" fmla="*/ 44462 w 48328"/>
                  <a:gd name="connsiteY24" fmla="*/ 43737 h 57994"/>
                  <a:gd name="connsiteX25" fmla="*/ 35038 w 48328"/>
                  <a:gd name="connsiteY25" fmla="*/ 50261 h 57994"/>
                  <a:gd name="connsiteX26" fmla="*/ 27306 w 48328"/>
                  <a:gd name="connsiteY26" fmla="*/ 51711 h 57994"/>
                  <a:gd name="connsiteX27" fmla="*/ 14740 w 48328"/>
                  <a:gd name="connsiteY27" fmla="*/ 46395 h 57994"/>
                  <a:gd name="connsiteX28" fmla="*/ 9666 w 48328"/>
                  <a:gd name="connsiteY28" fmla="*/ 30930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0" name="Freihandform: Form 59">
                <a:extLst>
                  <a:ext uri="{FF2B5EF4-FFF2-40B4-BE49-F238E27FC236}">
                    <a16:creationId xmlns:a16="http://schemas.microsoft.com/office/drawing/2014/main" id="{E38E9FDA-632B-45E0-B5F5-238D39870ED1}"/>
                  </a:ext>
                </a:extLst>
              </p:cNvPr>
              <p:cNvSpPr/>
              <p:nvPr/>
            </p:nvSpPr>
            <p:spPr>
              <a:xfrm>
                <a:off x="10321916" y="1217139"/>
                <a:ext cx="1179212" cy="84575"/>
              </a:xfrm>
              <a:custGeom>
                <a:avLst/>
                <a:gdLst>
                  <a:gd name="connsiteX0" fmla="*/ 1181145 w 1179211"/>
                  <a:gd name="connsiteY0" fmla="*/ 2658 h 84574"/>
                  <a:gd name="connsiteX1" fmla="*/ 1176071 w 1179211"/>
                  <a:gd name="connsiteY1" fmla="*/ 725 h 84574"/>
                  <a:gd name="connsiteX2" fmla="*/ 1168580 w 1179211"/>
                  <a:gd name="connsiteY2" fmla="*/ 0 h 84574"/>
                  <a:gd name="connsiteX3" fmla="*/ 1158672 w 1179211"/>
                  <a:gd name="connsiteY3" fmla="*/ 1933 h 84574"/>
                  <a:gd name="connsiteX4" fmla="*/ 1151182 w 1179211"/>
                  <a:gd name="connsiteY4" fmla="*/ 8941 h 84574"/>
                  <a:gd name="connsiteX5" fmla="*/ 1148282 w 1179211"/>
                  <a:gd name="connsiteY5" fmla="*/ 16915 h 84574"/>
                  <a:gd name="connsiteX6" fmla="*/ 1147799 w 1179211"/>
                  <a:gd name="connsiteY6" fmla="*/ 25131 h 84574"/>
                  <a:gd name="connsiteX7" fmla="*/ 1147799 w 1179211"/>
                  <a:gd name="connsiteY7" fmla="*/ 29239 h 84574"/>
                  <a:gd name="connsiteX8" fmla="*/ 1137891 w 1179211"/>
                  <a:gd name="connsiteY8" fmla="*/ 29239 h 84574"/>
                  <a:gd name="connsiteX9" fmla="*/ 1137891 w 1179211"/>
                  <a:gd name="connsiteY9" fmla="*/ 35521 h 84574"/>
                  <a:gd name="connsiteX10" fmla="*/ 1147799 w 1179211"/>
                  <a:gd name="connsiteY10" fmla="*/ 35521 h 84574"/>
                  <a:gd name="connsiteX11" fmla="*/ 1147799 w 1179211"/>
                  <a:gd name="connsiteY11" fmla="*/ 84333 h 84574"/>
                  <a:gd name="connsiteX12" fmla="*/ 1157223 w 1179211"/>
                  <a:gd name="connsiteY12" fmla="*/ 84333 h 84574"/>
                  <a:gd name="connsiteX13" fmla="*/ 1157223 w 1179211"/>
                  <a:gd name="connsiteY13" fmla="*/ 35280 h 84574"/>
                  <a:gd name="connsiteX14" fmla="*/ 1172446 w 1179211"/>
                  <a:gd name="connsiteY14" fmla="*/ 35280 h 84574"/>
                  <a:gd name="connsiteX15" fmla="*/ 1172446 w 1179211"/>
                  <a:gd name="connsiteY15" fmla="*/ 28997 h 84574"/>
                  <a:gd name="connsiteX16" fmla="*/ 1157223 w 1179211"/>
                  <a:gd name="connsiteY16" fmla="*/ 28997 h 84574"/>
                  <a:gd name="connsiteX17" fmla="*/ 1157223 w 1179211"/>
                  <a:gd name="connsiteY17" fmla="*/ 25372 h 84574"/>
                  <a:gd name="connsiteX18" fmla="*/ 1157464 w 1179211"/>
                  <a:gd name="connsiteY18" fmla="*/ 18606 h 84574"/>
                  <a:gd name="connsiteX19" fmla="*/ 1158672 w 1179211"/>
                  <a:gd name="connsiteY19" fmla="*/ 12324 h 84574"/>
                  <a:gd name="connsiteX20" fmla="*/ 1161572 w 1179211"/>
                  <a:gd name="connsiteY20" fmla="*/ 7733 h 84574"/>
                  <a:gd name="connsiteX21" fmla="*/ 1167130 w 1179211"/>
                  <a:gd name="connsiteY21" fmla="*/ 5799 h 84574"/>
                  <a:gd name="connsiteX22" fmla="*/ 1173413 w 1179211"/>
                  <a:gd name="connsiteY22" fmla="*/ 7008 h 84574"/>
                  <a:gd name="connsiteX23" fmla="*/ 1177762 w 1179211"/>
                  <a:gd name="connsiteY23" fmla="*/ 9666 h 84574"/>
                  <a:gd name="connsiteX24" fmla="*/ 1181145 w 1179211"/>
                  <a:gd name="connsiteY24" fmla="*/ 2658 h 84574"/>
                  <a:gd name="connsiteX25" fmla="*/ 1092946 w 1179211"/>
                  <a:gd name="connsiteY25" fmla="*/ 84091 h 84574"/>
                  <a:gd name="connsiteX26" fmla="*/ 1102370 w 1179211"/>
                  <a:gd name="connsiteY26" fmla="*/ 84091 h 84574"/>
                  <a:gd name="connsiteX27" fmla="*/ 1102370 w 1179211"/>
                  <a:gd name="connsiteY27" fmla="*/ 57511 h 84574"/>
                  <a:gd name="connsiteX28" fmla="*/ 1102612 w 1179211"/>
                  <a:gd name="connsiteY28" fmla="*/ 51953 h 84574"/>
                  <a:gd name="connsiteX29" fmla="*/ 1103337 w 1179211"/>
                  <a:gd name="connsiteY29" fmla="*/ 46637 h 84574"/>
                  <a:gd name="connsiteX30" fmla="*/ 1107444 w 1179211"/>
                  <a:gd name="connsiteY30" fmla="*/ 37938 h 84574"/>
                  <a:gd name="connsiteX31" fmla="*/ 1113485 w 1179211"/>
                  <a:gd name="connsiteY31" fmla="*/ 34555 h 84574"/>
                  <a:gd name="connsiteX32" fmla="*/ 1119526 w 1179211"/>
                  <a:gd name="connsiteY32" fmla="*/ 40596 h 84574"/>
                  <a:gd name="connsiteX33" fmla="*/ 1127742 w 1179211"/>
                  <a:gd name="connsiteY33" fmla="*/ 37696 h 84574"/>
                  <a:gd name="connsiteX34" fmla="*/ 1126534 w 1179211"/>
                  <a:gd name="connsiteY34" fmla="*/ 32863 h 84574"/>
                  <a:gd name="connsiteX35" fmla="*/ 1124118 w 1179211"/>
                  <a:gd name="connsiteY35" fmla="*/ 29722 h 84574"/>
                  <a:gd name="connsiteX36" fmla="*/ 1120735 w 1179211"/>
                  <a:gd name="connsiteY36" fmla="*/ 28030 h 84574"/>
                  <a:gd name="connsiteX37" fmla="*/ 1117352 w 1179211"/>
                  <a:gd name="connsiteY37" fmla="*/ 27547 h 84574"/>
                  <a:gd name="connsiteX38" fmla="*/ 1108653 w 1179211"/>
                  <a:gd name="connsiteY38" fmla="*/ 30205 h 84574"/>
                  <a:gd name="connsiteX39" fmla="*/ 1102370 w 1179211"/>
                  <a:gd name="connsiteY39" fmla="*/ 37696 h 84574"/>
                  <a:gd name="connsiteX40" fmla="*/ 1101162 w 1179211"/>
                  <a:gd name="connsiteY40" fmla="*/ 28272 h 84574"/>
                  <a:gd name="connsiteX41" fmla="*/ 1091738 w 1179211"/>
                  <a:gd name="connsiteY41" fmla="*/ 29239 h 84574"/>
                  <a:gd name="connsiteX42" fmla="*/ 1091979 w 1179211"/>
                  <a:gd name="connsiteY42" fmla="*/ 31413 h 84574"/>
                  <a:gd name="connsiteX43" fmla="*/ 1092463 w 1179211"/>
                  <a:gd name="connsiteY43" fmla="*/ 35038 h 84574"/>
                  <a:gd name="connsiteX44" fmla="*/ 1092704 w 1179211"/>
                  <a:gd name="connsiteY44" fmla="*/ 39146 h 84574"/>
                  <a:gd name="connsiteX45" fmla="*/ 1092946 w 1179211"/>
                  <a:gd name="connsiteY45" fmla="*/ 43254 h 84574"/>
                  <a:gd name="connsiteX46" fmla="*/ 1092946 w 1179211"/>
                  <a:gd name="connsiteY46" fmla="*/ 84091 h 84574"/>
                  <a:gd name="connsiteX47" fmla="*/ 1062016 w 1179211"/>
                  <a:gd name="connsiteY47" fmla="*/ 72251 h 84574"/>
                  <a:gd name="connsiteX48" fmla="*/ 1049934 w 1179211"/>
                  <a:gd name="connsiteY48" fmla="*/ 78292 h 84574"/>
                  <a:gd name="connsiteX49" fmla="*/ 1037852 w 1179211"/>
                  <a:gd name="connsiteY49" fmla="*/ 72251 h 84574"/>
                  <a:gd name="connsiteX50" fmla="*/ 1033502 w 1179211"/>
                  <a:gd name="connsiteY50" fmla="*/ 55819 h 84574"/>
                  <a:gd name="connsiteX51" fmla="*/ 1037852 w 1179211"/>
                  <a:gd name="connsiteY51" fmla="*/ 39629 h 84574"/>
                  <a:gd name="connsiteX52" fmla="*/ 1050175 w 1179211"/>
                  <a:gd name="connsiteY52" fmla="*/ 33588 h 84574"/>
                  <a:gd name="connsiteX53" fmla="*/ 1062499 w 1179211"/>
                  <a:gd name="connsiteY53" fmla="*/ 39629 h 84574"/>
                  <a:gd name="connsiteX54" fmla="*/ 1066849 w 1179211"/>
                  <a:gd name="connsiteY54" fmla="*/ 55819 h 84574"/>
                  <a:gd name="connsiteX55" fmla="*/ 1062016 w 1179211"/>
                  <a:gd name="connsiteY55" fmla="*/ 72251 h 84574"/>
                  <a:gd name="connsiteX56" fmla="*/ 1075306 w 1179211"/>
                  <a:gd name="connsiteY56" fmla="*/ 44462 h 84574"/>
                  <a:gd name="connsiteX57" fmla="*/ 1070232 w 1179211"/>
                  <a:gd name="connsiteY57" fmla="*/ 35280 h 84574"/>
                  <a:gd name="connsiteX58" fmla="*/ 1061774 w 1179211"/>
                  <a:gd name="connsiteY58" fmla="*/ 29480 h 84574"/>
                  <a:gd name="connsiteX59" fmla="*/ 1050175 w 1179211"/>
                  <a:gd name="connsiteY59" fmla="*/ 27306 h 84574"/>
                  <a:gd name="connsiteX60" fmla="*/ 1038576 w 1179211"/>
                  <a:gd name="connsiteY60" fmla="*/ 29480 h 84574"/>
                  <a:gd name="connsiteX61" fmla="*/ 1030119 w 1179211"/>
                  <a:gd name="connsiteY61" fmla="*/ 35280 h 84574"/>
                  <a:gd name="connsiteX62" fmla="*/ 1024803 w 1179211"/>
                  <a:gd name="connsiteY62" fmla="*/ 44462 h 84574"/>
                  <a:gd name="connsiteX63" fmla="*/ 1023111 w 1179211"/>
                  <a:gd name="connsiteY63" fmla="*/ 56303 h 84574"/>
                  <a:gd name="connsiteX64" fmla="*/ 1025286 w 1179211"/>
                  <a:gd name="connsiteY64" fmla="*/ 68626 h 84574"/>
                  <a:gd name="connsiteX65" fmla="*/ 1031086 w 1179211"/>
                  <a:gd name="connsiteY65" fmla="*/ 77809 h 84574"/>
                  <a:gd name="connsiteX66" fmla="*/ 1039785 w 1179211"/>
                  <a:gd name="connsiteY66" fmla="*/ 83608 h 84574"/>
                  <a:gd name="connsiteX67" fmla="*/ 1050417 w 1179211"/>
                  <a:gd name="connsiteY67" fmla="*/ 85783 h 84574"/>
                  <a:gd name="connsiteX68" fmla="*/ 1061049 w 1179211"/>
                  <a:gd name="connsiteY68" fmla="*/ 83608 h 84574"/>
                  <a:gd name="connsiteX69" fmla="*/ 1069748 w 1179211"/>
                  <a:gd name="connsiteY69" fmla="*/ 77809 h 84574"/>
                  <a:gd name="connsiteX70" fmla="*/ 1075548 w 1179211"/>
                  <a:gd name="connsiteY70" fmla="*/ 68626 h 84574"/>
                  <a:gd name="connsiteX71" fmla="*/ 1077722 w 1179211"/>
                  <a:gd name="connsiteY71" fmla="*/ 56303 h 84574"/>
                  <a:gd name="connsiteX72" fmla="*/ 1075306 w 1179211"/>
                  <a:gd name="connsiteY72" fmla="*/ 44462 h 84574"/>
                  <a:gd name="connsiteX73" fmla="*/ 998464 w 1179211"/>
                  <a:gd name="connsiteY73" fmla="*/ 84816 h 84574"/>
                  <a:gd name="connsiteX74" fmla="*/ 1007888 w 1179211"/>
                  <a:gd name="connsiteY74" fmla="*/ 83850 h 84574"/>
                  <a:gd name="connsiteX75" fmla="*/ 1007646 w 1179211"/>
                  <a:gd name="connsiteY75" fmla="*/ 81675 h 84574"/>
                  <a:gd name="connsiteX76" fmla="*/ 1007163 w 1179211"/>
                  <a:gd name="connsiteY76" fmla="*/ 78050 h 84574"/>
                  <a:gd name="connsiteX77" fmla="*/ 1006921 w 1179211"/>
                  <a:gd name="connsiteY77" fmla="*/ 73942 h 84574"/>
                  <a:gd name="connsiteX78" fmla="*/ 1006680 w 1179211"/>
                  <a:gd name="connsiteY78" fmla="*/ 69834 h 84574"/>
                  <a:gd name="connsiteX79" fmla="*/ 1006680 w 1179211"/>
                  <a:gd name="connsiteY79" fmla="*/ 483 h 84574"/>
                  <a:gd name="connsiteX80" fmla="*/ 997497 w 1179211"/>
                  <a:gd name="connsiteY80" fmla="*/ 483 h 84574"/>
                  <a:gd name="connsiteX81" fmla="*/ 997497 w 1179211"/>
                  <a:gd name="connsiteY81" fmla="*/ 36730 h 84574"/>
                  <a:gd name="connsiteX82" fmla="*/ 990973 w 1179211"/>
                  <a:gd name="connsiteY82" fmla="*/ 29964 h 84574"/>
                  <a:gd name="connsiteX83" fmla="*/ 980341 w 1179211"/>
                  <a:gd name="connsiteY83" fmla="*/ 27064 h 84574"/>
                  <a:gd name="connsiteX84" fmla="*/ 970675 w 1179211"/>
                  <a:gd name="connsiteY84" fmla="*/ 28997 h 84574"/>
                  <a:gd name="connsiteX85" fmla="*/ 962701 w 1179211"/>
                  <a:gd name="connsiteY85" fmla="*/ 34555 h 84574"/>
                  <a:gd name="connsiteX86" fmla="*/ 957385 w 1179211"/>
                  <a:gd name="connsiteY86" fmla="*/ 43737 h 84574"/>
                  <a:gd name="connsiteX87" fmla="*/ 955452 w 1179211"/>
                  <a:gd name="connsiteY87" fmla="*/ 56544 h 84574"/>
                  <a:gd name="connsiteX88" fmla="*/ 956902 w 1179211"/>
                  <a:gd name="connsiteY88" fmla="*/ 67660 h 84574"/>
                  <a:gd name="connsiteX89" fmla="*/ 961251 w 1179211"/>
                  <a:gd name="connsiteY89" fmla="*/ 76842 h 84574"/>
                  <a:gd name="connsiteX90" fmla="*/ 968742 w 1179211"/>
                  <a:gd name="connsiteY90" fmla="*/ 83125 h 84574"/>
                  <a:gd name="connsiteX91" fmla="*/ 979616 w 1179211"/>
                  <a:gd name="connsiteY91" fmla="*/ 85300 h 84574"/>
                  <a:gd name="connsiteX92" fmla="*/ 986623 w 1179211"/>
                  <a:gd name="connsiteY92" fmla="*/ 84091 h 84574"/>
                  <a:gd name="connsiteX93" fmla="*/ 991698 w 1179211"/>
                  <a:gd name="connsiteY93" fmla="*/ 81433 h 84574"/>
                  <a:gd name="connsiteX94" fmla="*/ 995081 w 1179211"/>
                  <a:gd name="connsiteY94" fmla="*/ 78050 h 84574"/>
                  <a:gd name="connsiteX95" fmla="*/ 997014 w 1179211"/>
                  <a:gd name="connsiteY95" fmla="*/ 74909 h 84574"/>
                  <a:gd name="connsiteX96" fmla="*/ 998464 w 1179211"/>
                  <a:gd name="connsiteY96" fmla="*/ 84816 h 84574"/>
                  <a:gd name="connsiteX97" fmla="*/ 996048 w 1179211"/>
                  <a:gd name="connsiteY97" fmla="*/ 67660 h 84574"/>
                  <a:gd name="connsiteX98" fmla="*/ 991456 w 1179211"/>
                  <a:gd name="connsiteY98" fmla="*/ 74667 h 84574"/>
                  <a:gd name="connsiteX99" fmla="*/ 985657 w 1179211"/>
                  <a:gd name="connsiteY99" fmla="*/ 78050 h 84574"/>
                  <a:gd name="connsiteX100" fmla="*/ 980582 w 1179211"/>
                  <a:gd name="connsiteY100" fmla="*/ 78775 h 84574"/>
                  <a:gd name="connsiteX101" fmla="*/ 974058 w 1179211"/>
                  <a:gd name="connsiteY101" fmla="*/ 77084 h 84574"/>
                  <a:gd name="connsiteX102" fmla="*/ 969467 w 1179211"/>
                  <a:gd name="connsiteY102" fmla="*/ 72493 h 84574"/>
                  <a:gd name="connsiteX103" fmla="*/ 966809 w 1179211"/>
                  <a:gd name="connsiteY103" fmla="*/ 65243 h 84574"/>
                  <a:gd name="connsiteX104" fmla="*/ 965842 w 1179211"/>
                  <a:gd name="connsiteY104" fmla="*/ 56303 h 84574"/>
                  <a:gd name="connsiteX105" fmla="*/ 967051 w 1179211"/>
                  <a:gd name="connsiteY105" fmla="*/ 47362 h 84574"/>
                  <a:gd name="connsiteX106" fmla="*/ 970192 w 1179211"/>
                  <a:gd name="connsiteY106" fmla="*/ 40354 h 84574"/>
                  <a:gd name="connsiteX107" fmla="*/ 975266 w 1179211"/>
                  <a:gd name="connsiteY107" fmla="*/ 36005 h 84574"/>
                  <a:gd name="connsiteX108" fmla="*/ 981549 w 1179211"/>
                  <a:gd name="connsiteY108" fmla="*/ 34555 h 84574"/>
                  <a:gd name="connsiteX109" fmla="*/ 987832 w 1179211"/>
                  <a:gd name="connsiteY109" fmla="*/ 35763 h 84574"/>
                  <a:gd name="connsiteX110" fmla="*/ 992906 w 1179211"/>
                  <a:gd name="connsiteY110" fmla="*/ 39629 h 84574"/>
                  <a:gd name="connsiteX111" fmla="*/ 996531 w 1179211"/>
                  <a:gd name="connsiteY111" fmla="*/ 46395 h 84574"/>
                  <a:gd name="connsiteX112" fmla="*/ 997739 w 1179211"/>
                  <a:gd name="connsiteY112" fmla="*/ 56061 h 84574"/>
                  <a:gd name="connsiteX113" fmla="*/ 996048 w 1179211"/>
                  <a:gd name="connsiteY113" fmla="*/ 67660 h 84574"/>
                  <a:gd name="connsiteX114" fmla="*/ 938537 w 1179211"/>
                  <a:gd name="connsiteY114" fmla="*/ 725 h 84574"/>
                  <a:gd name="connsiteX115" fmla="*/ 928629 w 1179211"/>
                  <a:gd name="connsiteY115" fmla="*/ 725 h 84574"/>
                  <a:gd name="connsiteX116" fmla="*/ 928629 w 1179211"/>
                  <a:gd name="connsiteY116" fmla="*/ 84333 h 84574"/>
                  <a:gd name="connsiteX117" fmla="*/ 938537 w 1179211"/>
                  <a:gd name="connsiteY117" fmla="*/ 84333 h 84574"/>
                  <a:gd name="connsiteX118" fmla="*/ 938537 w 1179211"/>
                  <a:gd name="connsiteY118" fmla="*/ 725 h 84574"/>
                  <a:gd name="connsiteX119" fmla="*/ 897699 w 1179211"/>
                  <a:gd name="connsiteY119" fmla="*/ 38179 h 84574"/>
                  <a:gd name="connsiteX120" fmla="*/ 900841 w 1179211"/>
                  <a:gd name="connsiteY120" fmla="*/ 50262 h 84574"/>
                  <a:gd name="connsiteX121" fmla="*/ 900841 w 1179211"/>
                  <a:gd name="connsiteY121" fmla="*/ 52195 h 84574"/>
                  <a:gd name="connsiteX122" fmla="*/ 873535 w 1179211"/>
                  <a:gd name="connsiteY122" fmla="*/ 52195 h 84574"/>
                  <a:gd name="connsiteX123" fmla="*/ 875227 w 1179211"/>
                  <a:gd name="connsiteY123" fmla="*/ 45187 h 84574"/>
                  <a:gd name="connsiteX124" fmla="*/ 878368 w 1179211"/>
                  <a:gd name="connsiteY124" fmla="*/ 39388 h 84574"/>
                  <a:gd name="connsiteX125" fmla="*/ 882959 w 1179211"/>
                  <a:gd name="connsiteY125" fmla="*/ 35280 h 84574"/>
                  <a:gd name="connsiteX126" fmla="*/ 889000 w 1179211"/>
                  <a:gd name="connsiteY126" fmla="*/ 33830 h 84574"/>
                  <a:gd name="connsiteX127" fmla="*/ 897699 w 1179211"/>
                  <a:gd name="connsiteY127" fmla="*/ 38179 h 84574"/>
                  <a:gd name="connsiteX128" fmla="*/ 910748 w 1179211"/>
                  <a:gd name="connsiteY128" fmla="*/ 58236 h 84574"/>
                  <a:gd name="connsiteX129" fmla="*/ 910748 w 1179211"/>
                  <a:gd name="connsiteY129" fmla="*/ 52678 h 84574"/>
                  <a:gd name="connsiteX130" fmla="*/ 909781 w 1179211"/>
                  <a:gd name="connsiteY130" fmla="*/ 43496 h 84574"/>
                  <a:gd name="connsiteX131" fmla="*/ 906157 w 1179211"/>
                  <a:gd name="connsiteY131" fmla="*/ 35280 h 84574"/>
                  <a:gd name="connsiteX132" fmla="*/ 899391 w 1179211"/>
                  <a:gd name="connsiteY132" fmla="*/ 29480 h 84574"/>
                  <a:gd name="connsiteX133" fmla="*/ 888759 w 1179211"/>
                  <a:gd name="connsiteY133" fmla="*/ 27306 h 84574"/>
                  <a:gd name="connsiteX134" fmla="*/ 878851 w 1179211"/>
                  <a:gd name="connsiteY134" fmla="*/ 29480 h 84574"/>
                  <a:gd name="connsiteX135" fmla="*/ 870877 w 1179211"/>
                  <a:gd name="connsiteY135" fmla="*/ 35521 h 84574"/>
                  <a:gd name="connsiteX136" fmla="*/ 865561 w 1179211"/>
                  <a:gd name="connsiteY136" fmla="*/ 44704 h 84574"/>
                  <a:gd name="connsiteX137" fmla="*/ 863628 w 1179211"/>
                  <a:gd name="connsiteY137" fmla="*/ 56544 h 84574"/>
                  <a:gd name="connsiteX138" fmla="*/ 870394 w 1179211"/>
                  <a:gd name="connsiteY138" fmla="*/ 78292 h 84574"/>
                  <a:gd name="connsiteX139" fmla="*/ 890208 w 1179211"/>
                  <a:gd name="connsiteY139" fmla="*/ 85783 h 84574"/>
                  <a:gd name="connsiteX140" fmla="*/ 902290 w 1179211"/>
                  <a:gd name="connsiteY140" fmla="*/ 83125 h 84574"/>
                  <a:gd name="connsiteX141" fmla="*/ 911956 w 1179211"/>
                  <a:gd name="connsiteY141" fmla="*/ 75151 h 84574"/>
                  <a:gd name="connsiteX142" fmla="*/ 908090 w 1179211"/>
                  <a:gd name="connsiteY142" fmla="*/ 71043 h 84574"/>
                  <a:gd name="connsiteX143" fmla="*/ 898666 w 1179211"/>
                  <a:gd name="connsiteY143" fmla="*/ 77567 h 84574"/>
                  <a:gd name="connsiteX144" fmla="*/ 890933 w 1179211"/>
                  <a:gd name="connsiteY144" fmla="*/ 79017 h 84574"/>
                  <a:gd name="connsiteX145" fmla="*/ 878368 w 1179211"/>
                  <a:gd name="connsiteY145" fmla="*/ 73701 h 84574"/>
                  <a:gd name="connsiteX146" fmla="*/ 873777 w 1179211"/>
                  <a:gd name="connsiteY146" fmla="*/ 58477 h 84574"/>
                  <a:gd name="connsiteX147" fmla="*/ 910748 w 1179211"/>
                  <a:gd name="connsiteY147" fmla="*/ 58477 h 84574"/>
                  <a:gd name="connsiteX148" fmla="*/ 848404 w 1179211"/>
                  <a:gd name="connsiteY148" fmla="*/ 61377 h 84574"/>
                  <a:gd name="connsiteX149" fmla="*/ 844296 w 1179211"/>
                  <a:gd name="connsiteY149" fmla="*/ 56544 h 84574"/>
                  <a:gd name="connsiteX150" fmla="*/ 838980 w 1179211"/>
                  <a:gd name="connsiteY150" fmla="*/ 53403 h 84574"/>
                  <a:gd name="connsiteX151" fmla="*/ 833181 w 1179211"/>
                  <a:gd name="connsiteY151" fmla="*/ 51470 h 84574"/>
                  <a:gd name="connsiteX152" fmla="*/ 824723 w 1179211"/>
                  <a:gd name="connsiteY152" fmla="*/ 47603 h 84574"/>
                  <a:gd name="connsiteX153" fmla="*/ 821582 w 1179211"/>
                  <a:gd name="connsiteY153" fmla="*/ 40837 h 84574"/>
                  <a:gd name="connsiteX154" fmla="*/ 824482 w 1179211"/>
                  <a:gd name="connsiteY154" fmla="*/ 35280 h 84574"/>
                  <a:gd name="connsiteX155" fmla="*/ 831731 w 1179211"/>
                  <a:gd name="connsiteY155" fmla="*/ 33105 h 84574"/>
                  <a:gd name="connsiteX156" fmla="*/ 838980 w 1179211"/>
                  <a:gd name="connsiteY156" fmla="*/ 34796 h 84574"/>
                  <a:gd name="connsiteX157" fmla="*/ 843572 w 1179211"/>
                  <a:gd name="connsiteY157" fmla="*/ 38421 h 84574"/>
                  <a:gd name="connsiteX158" fmla="*/ 848404 w 1179211"/>
                  <a:gd name="connsiteY158" fmla="*/ 32380 h 84574"/>
                  <a:gd name="connsiteX159" fmla="*/ 842605 w 1179211"/>
                  <a:gd name="connsiteY159" fmla="*/ 28997 h 84574"/>
                  <a:gd name="connsiteX160" fmla="*/ 832214 w 1179211"/>
                  <a:gd name="connsiteY160" fmla="*/ 27306 h 84574"/>
                  <a:gd name="connsiteX161" fmla="*/ 824723 w 1179211"/>
                  <a:gd name="connsiteY161" fmla="*/ 28272 h 84574"/>
                  <a:gd name="connsiteX162" fmla="*/ 818441 w 1179211"/>
                  <a:gd name="connsiteY162" fmla="*/ 31172 h 84574"/>
                  <a:gd name="connsiteX163" fmla="*/ 814091 w 1179211"/>
                  <a:gd name="connsiteY163" fmla="*/ 36005 h 84574"/>
                  <a:gd name="connsiteX164" fmla="*/ 812400 w 1179211"/>
                  <a:gd name="connsiteY164" fmla="*/ 42771 h 84574"/>
                  <a:gd name="connsiteX165" fmla="*/ 813850 w 1179211"/>
                  <a:gd name="connsiteY165" fmla="*/ 50020 h 84574"/>
                  <a:gd name="connsiteX166" fmla="*/ 817716 w 1179211"/>
                  <a:gd name="connsiteY166" fmla="*/ 54853 h 84574"/>
                  <a:gd name="connsiteX167" fmla="*/ 822790 w 1179211"/>
                  <a:gd name="connsiteY167" fmla="*/ 57752 h 84574"/>
                  <a:gd name="connsiteX168" fmla="*/ 828106 w 1179211"/>
                  <a:gd name="connsiteY168" fmla="*/ 59686 h 84574"/>
                  <a:gd name="connsiteX169" fmla="*/ 836564 w 1179211"/>
                  <a:gd name="connsiteY169" fmla="*/ 63310 h 84574"/>
                  <a:gd name="connsiteX170" fmla="*/ 839705 w 1179211"/>
                  <a:gd name="connsiteY170" fmla="*/ 70559 h 84574"/>
                  <a:gd name="connsiteX171" fmla="*/ 837047 w 1179211"/>
                  <a:gd name="connsiteY171" fmla="*/ 77325 h 84574"/>
                  <a:gd name="connsiteX172" fmla="*/ 829556 w 1179211"/>
                  <a:gd name="connsiteY172" fmla="*/ 79742 h 84574"/>
                  <a:gd name="connsiteX173" fmla="*/ 824723 w 1179211"/>
                  <a:gd name="connsiteY173" fmla="*/ 79017 h 84574"/>
                  <a:gd name="connsiteX174" fmla="*/ 820616 w 1179211"/>
                  <a:gd name="connsiteY174" fmla="*/ 76842 h 84574"/>
                  <a:gd name="connsiteX175" fmla="*/ 817233 w 1179211"/>
                  <a:gd name="connsiteY175" fmla="*/ 74184 h 84574"/>
                  <a:gd name="connsiteX176" fmla="*/ 814816 w 1179211"/>
                  <a:gd name="connsiteY176" fmla="*/ 71768 h 84574"/>
                  <a:gd name="connsiteX177" fmla="*/ 809983 w 1179211"/>
                  <a:gd name="connsiteY177" fmla="*/ 79500 h 84574"/>
                  <a:gd name="connsiteX178" fmla="*/ 829073 w 1179211"/>
                  <a:gd name="connsiteY178" fmla="*/ 85783 h 84574"/>
                  <a:gd name="connsiteX179" fmla="*/ 836806 w 1179211"/>
                  <a:gd name="connsiteY179" fmla="*/ 84575 h 84574"/>
                  <a:gd name="connsiteX180" fmla="*/ 843088 w 1179211"/>
                  <a:gd name="connsiteY180" fmla="*/ 81192 h 84574"/>
                  <a:gd name="connsiteX181" fmla="*/ 847438 w 1179211"/>
                  <a:gd name="connsiteY181" fmla="*/ 75634 h 84574"/>
                  <a:gd name="connsiteX182" fmla="*/ 849129 w 1179211"/>
                  <a:gd name="connsiteY182" fmla="*/ 68143 h 84574"/>
                  <a:gd name="connsiteX183" fmla="*/ 848404 w 1179211"/>
                  <a:gd name="connsiteY183" fmla="*/ 61377 h 84574"/>
                  <a:gd name="connsiteX184" fmla="*/ 796693 w 1179211"/>
                  <a:gd name="connsiteY184" fmla="*/ 61377 h 84574"/>
                  <a:gd name="connsiteX185" fmla="*/ 792585 w 1179211"/>
                  <a:gd name="connsiteY185" fmla="*/ 56544 h 84574"/>
                  <a:gd name="connsiteX186" fmla="*/ 787269 w 1179211"/>
                  <a:gd name="connsiteY186" fmla="*/ 53403 h 84574"/>
                  <a:gd name="connsiteX187" fmla="*/ 781470 w 1179211"/>
                  <a:gd name="connsiteY187" fmla="*/ 51470 h 84574"/>
                  <a:gd name="connsiteX188" fmla="*/ 773012 w 1179211"/>
                  <a:gd name="connsiteY188" fmla="*/ 47603 h 84574"/>
                  <a:gd name="connsiteX189" fmla="*/ 769871 w 1179211"/>
                  <a:gd name="connsiteY189" fmla="*/ 40837 h 84574"/>
                  <a:gd name="connsiteX190" fmla="*/ 772770 w 1179211"/>
                  <a:gd name="connsiteY190" fmla="*/ 35280 h 84574"/>
                  <a:gd name="connsiteX191" fmla="*/ 780020 w 1179211"/>
                  <a:gd name="connsiteY191" fmla="*/ 33105 h 84574"/>
                  <a:gd name="connsiteX192" fmla="*/ 787269 w 1179211"/>
                  <a:gd name="connsiteY192" fmla="*/ 34796 h 84574"/>
                  <a:gd name="connsiteX193" fmla="*/ 791860 w 1179211"/>
                  <a:gd name="connsiteY193" fmla="*/ 38421 h 84574"/>
                  <a:gd name="connsiteX194" fmla="*/ 796693 w 1179211"/>
                  <a:gd name="connsiteY194" fmla="*/ 32380 h 84574"/>
                  <a:gd name="connsiteX195" fmla="*/ 790894 w 1179211"/>
                  <a:gd name="connsiteY195" fmla="*/ 28997 h 84574"/>
                  <a:gd name="connsiteX196" fmla="*/ 780503 w 1179211"/>
                  <a:gd name="connsiteY196" fmla="*/ 27306 h 84574"/>
                  <a:gd name="connsiteX197" fmla="*/ 773012 w 1179211"/>
                  <a:gd name="connsiteY197" fmla="*/ 28272 h 84574"/>
                  <a:gd name="connsiteX198" fmla="*/ 766729 w 1179211"/>
                  <a:gd name="connsiteY198" fmla="*/ 31172 h 84574"/>
                  <a:gd name="connsiteX199" fmla="*/ 762380 w 1179211"/>
                  <a:gd name="connsiteY199" fmla="*/ 36005 h 84574"/>
                  <a:gd name="connsiteX200" fmla="*/ 760688 w 1179211"/>
                  <a:gd name="connsiteY200" fmla="*/ 42771 h 84574"/>
                  <a:gd name="connsiteX201" fmla="*/ 762138 w 1179211"/>
                  <a:gd name="connsiteY201" fmla="*/ 50020 h 84574"/>
                  <a:gd name="connsiteX202" fmla="*/ 766005 w 1179211"/>
                  <a:gd name="connsiteY202" fmla="*/ 54853 h 84574"/>
                  <a:gd name="connsiteX203" fmla="*/ 771079 w 1179211"/>
                  <a:gd name="connsiteY203" fmla="*/ 57752 h 84574"/>
                  <a:gd name="connsiteX204" fmla="*/ 776395 w 1179211"/>
                  <a:gd name="connsiteY204" fmla="*/ 59686 h 84574"/>
                  <a:gd name="connsiteX205" fmla="*/ 784853 w 1179211"/>
                  <a:gd name="connsiteY205" fmla="*/ 63310 h 84574"/>
                  <a:gd name="connsiteX206" fmla="*/ 787994 w 1179211"/>
                  <a:gd name="connsiteY206" fmla="*/ 70559 h 84574"/>
                  <a:gd name="connsiteX207" fmla="*/ 785336 w 1179211"/>
                  <a:gd name="connsiteY207" fmla="*/ 77325 h 84574"/>
                  <a:gd name="connsiteX208" fmla="*/ 777845 w 1179211"/>
                  <a:gd name="connsiteY208" fmla="*/ 79742 h 84574"/>
                  <a:gd name="connsiteX209" fmla="*/ 773012 w 1179211"/>
                  <a:gd name="connsiteY209" fmla="*/ 79017 h 84574"/>
                  <a:gd name="connsiteX210" fmla="*/ 768904 w 1179211"/>
                  <a:gd name="connsiteY210" fmla="*/ 76842 h 84574"/>
                  <a:gd name="connsiteX211" fmla="*/ 765521 w 1179211"/>
                  <a:gd name="connsiteY211" fmla="*/ 74184 h 84574"/>
                  <a:gd name="connsiteX212" fmla="*/ 763105 w 1179211"/>
                  <a:gd name="connsiteY212" fmla="*/ 71768 h 84574"/>
                  <a:gd name="connsiteX213" fmla="*/ 758272 w 1179211"/>
                  <a:gd name="connsiteY213" fmla="*/ 79500 h 84574"/>
                  <a:gd name="connsiteX214" fmla="*/ 777362 w 1179211"/>
                  <a:gd name="connsiteY214" fmla="*/ 85783 h 84574"/>
                  <a:gd name="connsiteX215" fmla="*/ 785094 w 1179211"/>
                  <a:gd name="connsiteY215" fmla="*/ 84575 h 84574"/>
                  <a:gd name="connsiteX216" fmla="*/ 791377 w 1179211"/>
                  <a:gd name="connsiteY216" fmla="*/ 81192 h 84574"/>
                  <a:gd name="connsiteX217" fmla="*/ 795726 w 1179211"/>
                  <a:gd name="connsiteY217" fmla="*/ 75634 h 84574"/>
                  <a:gd name="connsiteX218" fmla="*/ 797418 w 1179211"/>
                  <a:gd name="connsiteY218" fmla="*/ 68143 h 84574"/>
                  <a:gd name="connsiteX219" fmla="*/ 796693 w 1179211"/>
                  <a:gd name="connsiteY219" fmla="*/ 61377 h 84574"/>
                  <a:gd name="connsiteX220" fmla="*/ 711393 w 1179211"/>
                  <a:gd name="connsiteY220" fmla="*/ 6041 h 84574"/>
                  <a:gd name="connsiteX221" fmla="*/ 707286 w 1179211"/>
                  <a:gd name="connsiteY221" fmla="*/ 4350 h 84574"/>
                  <a:gd name="connsiteX222" fmla="*/ 703178 w 1179211"/>
                  <a:gd name="connsiteY222" fmla="*/ 6041 h 84574"/>
                  <a:gd name="connsiteX223" fmla="*/ 701486 w 1179211"/>
                  <a:gd name="connsiteY223" fmla="*/ 9907 h 84574"/>
                  <a:gd name="connsiteX224" fmla="*/ 703178 w 1179211"/>
                  <a:gd name="connsiteY224" fmla="*/ 13774 h 84574"/>
                  <a:gd name="connsiteX225" fmla="*/ 707286 w 1179211"/>
                  <a:gd name="connsiteY225" fmla="*/ 15465 h 84574"/>
                  <a:gd name="connsiteX226" fmla="*/ 711393 w 1179211"/>
                  <a:gd name="connsiteY226" fmla="*/ 13774 h 84574"/>
                  <a:gd name="connsiteX227" fmla="*/ 713085 w 1179211"/>
                  <a:gd name="connsiteY227" fmla="*/ 9907 h 84574"/>
                  <a:gd name="connsiteX228" fmla="*/ 711393 w 1179211"/>
                  <a:gd name="connsiteY228" fmla="*/ 6041 h 84574"/>
                  <a:gd name="connsiteX229" fmla="*/ 734833 w 1179211"/>
                  <a:gd name="connsiteY229" fmla="*/ 6041 h 84574"/>
                  <a:gd name="connsiteX230" fmla="*/ 730725 w 1179211"/>
                  <a:gd name="connsiteY230" fmla="*/ 4350 h 84574"/>
                  <a:gd name="connsiteX231" fmla="*/ 726617 w 1179211"/>
                  <a:gd name="connsiteY231" fmla="*/ 6041 h 84574"/>
                  <a:gd name="connsiteX232" fmla="*/ 724925 w 1179211"/>
                  <a:gd name="connsiteY232" fmla="*/ 9907 h 84574"/>
                  <a:gd name="connsiteX233" fmla="*/ 726617 w 1179211"/>
                  <a:gd name="connsiteY233" fmla="*/ 13774 h 84574"/>
                  <a:gd name="connsiteX234" fmla="*/ 730725 w 1179211"/>
                  <a:gd name="connsiteY234" fmla="*/ 15465 h 84574"/>
                  <a:gd name="connsiteX235" fmla="*/ 734833 w 1179211"/>
                  <a:gd name="connsiteY235" fmla="*/ 13774 h 84574"/>
                  <a:gd name="connsiteX236" fmla="*/ 736524 w 1179211"/>
                  <a:gd name="connsiteY236" fmla="*/ 9907 h 84574"/>
                  <a:gd name="connsiteX237" fmla="*/ 734833 w 1179211"/>
                  <a:gd name="connsiteY237" fmla="*/ 6041 h 84574"/>
                  <a:gd name="connsiteX238" fmla="*/ 695445 w 1179211"/>
                  <a:gd name="connsiteY238" fmla="*/ 28997 h 84574"/>
                  <a:gd name="connsiteX239" fmla="*/ 695445 w 1179211"/>
                  <a:gd name="connsiteY239" fmla="*/ 63552 h 84574"/>
                  <a:gd name="connsiteX240" fmla="*/ 695928 w 1179211"/>
                  <a:gd name="connsiteY240" fmla="*/ 72009 h 84574"/>
                  <a:gd name="connsiteX241" fmla="*/ 698103 w 1179211"/>
                  <a:gd name="connsiteY241" fmla="*/ 79017 h 84574"/>
                  <a:gd name="connsiteX242" fmla="*/ 703903 w 1179211"/>
                  <a:gd name="connsiteY242" fmla="*/ 83850 h 84574"/>
                  <a:gd name="connsiteX243" fmla="*/ 714535 w 1179211"/>
                  <a:gd name="connsiteY243" fmla="*/ 85783 h 84574"/>
                  <a:gd name="connsiteX244" fmla="*/ 722026 w 1179211"/>
                  <a:gd name="connsiteY244" fmla="*/ 84575 h 84574"/>
                  <a:gd name="connsiteX245" fmla="*/ 727342 w 1179211"/>
                  <a:gd name="connsiteY245" fmla="*/ 81433 h 84574"/>
                  <a:gd name="connsiteX246" fmla="*/ 730725 w 1179211"/>
                  <a:gd name="connsiteY246" fmla="*/ 77809 h 84574"/>
                  <a:gd name="connsiteX247" fmla="*/ 732658 w 1179211"/>
                  <a:gd name="connsiteY247" fmla="*/ 75151 h 84574"/>
                  <a:gd name="connsiteX248" fmla="*/ 733866 w 1179211"/>
                  <a:gd name="connsiteY248" fmla="*/ 84575 h 84574"/>
                  <a:gd name="connsiteX249" fmla="*/ 743290 w 1179211"/>
                  <a:gd name="connsiteY249" fmla="*/ 83608 h 84574"/>
                  <a:gd name="connsiteX250" fmla="*/ 743049 w 1179211"/>
                  <a:gd name="connsiteY250" fmla="*/ 81433 h 84574"/>
                  <a:gd name="connsiteX251" fmla="*/ 742565 w 1179211"/>
                  <a:gd name="connsiteY251" fmla="*/ 77809 h 84574"/>
                  <a:gd name="connsiteX252" fmla="*/ 742324 w 1179211"/>
                  <a:gd name="connsiteY252" fmla="*/ 73701 h 84574"/>
                  <a:gd name="connsiteX253" fmla="*/ 742082 w 1179211"/>
                  <a:gd name="connsiteY253" fmla="*/ 69593 h 84574"/>
                  <a:gd name="connsiteX254" fmla="*/ 742082 w 1179211"/>
                  <a:gd name="connsiteY254" fmla="*/ 28755 h 84574"/>
                  <a:gd name="connsiteX255" fmla="*/ 732175 w 1179211"/>
                  <a:gd name="connsiteY255" fmla="*/ 28755 h 84574"/>
                  <a:gd name="connsiteX256" fmla="*/ 732175 w 1179211"/>
                  <a:gd name="connsiteY256" fmla="*/ 59686 h 84574"/>
                  <a:gd name="connsiteX257" fmla="*/ 730966 w 1179211"/>
                  <a:gd name="connsiteY257" fmla="*/ 66935 h 84574"/>
                  <a:gd name="connsiteX258" fmla="*/ 727583 w 1179211"/>
                  <a:gd name="connsiteY258" fmla="*/ 72734 h 84574"/>
                  <a:gd name="connsiteX259" fmla="*/ 722751 w 1179211"/>
                  <a:gd name="connsiteY259" fmla="*/ 76600 h 84574"/>
                  <a:gd name="connsiteX260" fmla="*/ 716468 w 1179211"/>
                  <a:gd name="connsiteY260" fmla="*/ 78050 h 84574"/>
                  <a:gd name="connsiteX261" fmla="*/ 710427 w 1179211"/>
                  <a:gd name="connsiteY261" fmla="*/ 77084 h 84574"/>
                  <a:gd name="connsiteX262" fmla="*/ 706802 w 1179211"/>
                  <a:gd name="connsiteY262" fmla="*/ 74184 h 84574"/>
                  <a:gd name="connsiteX263" fmla="*/ 705111 w 1179211"/>
                  <a:gd name="connsiteY263" fmla="*/ 69593 h 84574"/>
                  <a:gd name="connsiteX264" fmla="*/ 704628 w 1179211"/>
                  <a:gd name="connsiteY264" fmla="*/ 63310 h 84574"/>
                  <a:gd name="connsiteX265" fmla="*/ 704628 w 1179211"/>
                  <a:gd name="connsiteY265" fmla="*/ 28755 h 84574"/>
                  <a:gd name="connsiteX266" fmla="*/ 695445 w 1179211"/>
                  <a:gd name="connsiteY266" fmla="*/ 28755 h 84574"/>
                  <a:gd name="connsiteX267" fmla="*/ 664515 w 1179211"/>
                  <a:gd name="connsiteY267" fmla="*/ 60894 h 84574"/>
                  <a:gd name="connsiteX268" fmla="*/ 657991 w 1179211"/>
                  <a:gd name="connsiteY268" fmla="*/ 71284 h 84574"/>
                  <a:gd name="connsiteX269" fmla="*/ 648325 w 1179211"/>
                  <a:gd name="connsiteY269" fmla="*/ 76600 h 84574"/>
                  <a:gd name="connsiteX270" fmla="*/ 636726 w 1179211"/>
                  <a:gd name="connsiteY270" fmla="*/ 78050 h 84574"/>
                  <a:gd name="connsiteX271" fmla="*/ 631893 w 1179211"/>
                  <a:gd name="connsiteY271" fmla="*/ 77809 h 84574"/>
                  <a:gd name="connsiteX272" fmla="*/ 626577 w 1179211"/>
                  <a:gd name="connsiteY272" fmla="*/ 77325 h 84574"/>
                  <a:gd name="connsiteX273" fmla="*/ 626577 w 1179211"/>
                  <a:gd name="connsiteY273" fmla="*/ 10874 h 84574"/>
                  <a:gd name="connsiteX274" fmla="*/ 630927 w 1179211"/>
                  <a:gd name="connsiteY274" fmla="*/ 10632 h 84574"/>
                  <a:gd name="connsiteX275" fmla="*/ 635276 w 1179211"/>
                  <a:gd name="connsiteY275" fmla="*/ 10632 h 84574"/>
                  <a:gd name="connsiteX276" fmla="*/ 659440 w 1179211"/>
                  <a:gd name="connsiteY276" fmla="*/ 18848 h 84574"/>
                  <a:gd name="connsiteX277" fmla="*/ 666931 w 1179211"/>
                  <a:gd name="connsiteY277" fmla="*/ 44220 h 84574"/>
                  <a:gd name="connsiteX278" fmla="*/ 664515 w 1179211"/>
                  <a:gd name="connsiteY278" fmla="*/ 60894 h 84574"/>
                  <a:gd name="connsiteX279" fmla="*/ 675389 w 1179211"/>
                  <a:gd name="connsiteY279" fmla="*/ 25856 h 84574"/>
                  <a:gd name="connsiteX280" fmla="*/ 667173 w 1179211"/>
                  <a:gd name="connsiteY280" fmla="*/ 13774 h 84574"/>
                  <a:gd name="connsiteX281" fmla="*/ 654366 w 1179211"/>
                  <a:gd name="connsiteY281" fmla="*/ 6524 h 84574"/>
                  <a:gd name="connsiteX282" fmla="*/ 637451 w 1179211"/>
                  <a:gd name="connsiteY282" fmla="*/ 4108 h 84574"/>
                  <a:gd name="connsiteX283" fmla="*/ 631168 w 1179211"/>
                  <a:gd name="connsiteY283" fmla="*/ 4108 h 84574"/>
                  <a:gd name="connsiteX284" fmla="*/ 627060 w 1179211"/>
                  <a:gd name="connsiteY284" fmla="*/ 4350 h 84574"/>
                  <a:gd name="connsiteX285" fmla="*/ 622953 w 1179211"/>
                  <a:gd name="connsiteY285" fmla="*/ 4350 h 84574"/>
                  <a:gd name="connsiteX286" fmla="*/ 616670 w 1179211"/>
                  <a:gd name="connsiteY286" fmla="*/ 4591 h 84574"/>
                  <a:gd name="connsiteX287" fmla="*/ 616670 w 1179211"/>
                  <a:gd name="connsiteY287" fmla="*/ 84091 h 84574"/>
                  <a:gd name="connsiteX288" fmla="*/ 625611 w 1179211"/>
                  <a:gd name="connsiteY288" fmla="*/ 84333 h 84574"/>
                  <a:gd name="connsiteX289" fmla="*/ 637209 w 1179211"/>
                  <a:gd name="connsiteY289" fmla="*/ 84575 h 84574"/>
                  <a:gd name="connsiteX290" fmla="*/ 650741 w 1179211"/>
                  <a:gd name="connsiteY290" fmla="*/ 82883 h 84574"/>
                  <a:gd name="connsiteX291" fmla="*/ 664032 w 1179211"/>
                  <a:gd name="connsiteY291" fmla="*/ 76842 h 84574"/>
                  <a:gd name="connsiteX292" fmla="*/ 674181 w 1179211"/>
                  <a:gd name="connsiteY292" fmla="*/ 64518 h 84574"/>
                  <a:gd name="connsiteX293" fmla="*/ 678289 w 1179211"/>
                  <a:gd name="connsiteY293" fmla="*/ 43979 h 84574"/>
                  <a:gd name="connsiteX294" fmla="*/ 675389 w 1179211"/>
                  <a:gd name="connsiteY294" fmla="*/ 25856 h 84574"/>
                  <a:gd name="connsiteX295" fmla="*/ 562059 w 1179211"/>
                  <a:gd name="connsiteY295" fmla="*/ 77325 h 84574"/>
                  <a:gd name="connsiteX296" fmla="*/ 558918 w 1179211"/>
                  <a:gd name="connsiteY296" fmla="*/ 78534 h 84574"/>
                  <a:gd name="connsiteX297" fmla="*/ 555776 w 1179211"/>
                  <a:gd name="connsiteY297" fmla="*/ 79017 h 84574"/>
                  <a:gd name="connsiteX298" fmla="*/ 553360 w 1179211"/>
                  <a:gd name="connsiteY298" fmla="*/ 78534 h 84574"/>
                  <a:gd name="connsiteX299" fmla="*/ 551185 w 1179211"/>
                  <a:gd name="connsiteY299" fmla="*/ 77567 h 84574"/>
                  <a:gd name="connsiteX300" fmla="*/ 549010 w 1179211"/>
                  <a:gd name="connsiteY300" fmla="*/ 74184 h 84574"/>
                  <a:gd name="connsiteX301" fmla="*/ 548769 w 1179211"/>
                  <a:gd name="connsiteY301" fmla="*/ 67901 h 84574"/>
                  <a:gd name="connsiteX302" fmla="*/ 548769 w 1179211"/>
                  <a:gd name="connsiteY302" fmla="*/ 35280 h 84574"/>
                  <a:gd name="connsiteX303" fmla="*/ 561817 w 1179211"/>
                  <a:gd name="connsiteY303" fmla="*/ 35280 h 84574"/>
                  <a:gd name="connsiteX304" fmla="*/ 561817 w 1179211"/>
                  <a:gd name="connsiteY304" fmla="*/ 28997 h 84574"/>
                  <a:gd name="connsiteX305" fmla="*/ 548769 w 1179211"/>
                  <a:gd name="connsiteY305" fmla="*/ 28997 h 84574"/>
                  <a:gd name="connsiteX306" fmla="*/ 548769 w 1179211"/>
                  <a:gd name="connsiteY306" fmla="*/ 12807 h 84574"/>
                  <a:gd name="connsiteX307" fmla="*/ 539103 w 1179211"/>
                  <a:gd name="connsiteY307" fmla="*/ 14982 h 84574"/>
                  <a:gd name="connsiteX308" fmla="*/ 539103 w 1179211"/>
                  <a:gd name="connsiteY308" fmla="*/ 28997 h 84574"/>
                  <a:gd name="connsiteX309" fmla="*/ 529679 w 1179211"/>
                  <a:gd name="connsiteY309" fmla="*/ 28997 h 84574"/>
                  <a:gd name="connsiteX310" fmla="*/ 529679 w 1179211"/>
                  <a:gd name="connsiteY310" fmla="*/ 35280 h 84574"/>
                  <a:gd name="connsiteX311" fmla="*/ 539103 w 1179211"/>
                  <a:gd name="connsiteY311" fmla="*/ 35280 h 84574"/>
                  <a:gd name="connsiteX312" fmla="*/ 539103 w 1179211"/>
                  <a:gd name="connsiteY312" fmla="*/ 68868 h 84574"/>
                  <a:gd name="connsiteX313" fmla="*/ 539345 w 1179211"/>
                  <a:gd name="connsiteY313" fmla="*/ 76117 h 84574"/>
                  <a:gd name="connsiteX314" fmla="*/ 541278 w 1179211"/>
                  <a:gd name="connsiteY314" fmla="*/ 81433 h 84574"/>
                  <a:gd name="connsiteX315" fmla="*/ 545869 w 1179211"/>
                  <a:gd name="connsiteY315" fmla="*/ 84816 h 84574"/>
                  <a:gd name="connsiteX316" fmla="*/ 551910 w 1179211"/>
                  <a:gd name="connsiteY316" fmla="*/ 85783 h 84574"/>
                  <a:gd name="connsiteX317" fmla="*/ 558434 w 1179211"/>
                  <a:gd name="connsiteY317" fmla="*/ 84816 h 84574"/>
                  <a:gd name="connsiteX318" fmla="*/ 563992 w 1179211"/>
                  <a:gd name="connsiteY318" fmla="*/ 82158 h 84574"/>
                  <a:gd name="connsiteX319" fmla="*/ 562059 w 1179211"/>
                  <a:gd name="connsiteY319" fmla="*/ 77325 h 84574"/>
                  <a:gd name="connsiteX320" fmla="*/ 487392 w 1179211"/>
                  <a:gd name="connsiteY320" fmla="*/ 6041 h 84574"/>
                  <a:gd name="connsiteX321" fmla="*/ 483284 w 1179211"/>
                  <a:gd name="connsiteY321" fmla="*/ 4350 h 84574"/>
                  <a:gd name="connsiteX322" fmla="*/ 479176 w 1179211"/>
                  <a:gd name="connsiteY322" fmla="*/ 6041 h 84574"/>
                  <a:gd name="connsiteX323" fmla="*/ 477484 w 1179211"/>
                  <a:gd name="connsiteY323" fmla="*/ 9907 h 84574"/>
                  <a:gd name="connsiteX324" fmla="*/ 479176 w 1179211"/>
                  <a:gd name="connsiteY324" fmla="*/ 13774 h 84574"/>
                  <a:gd name="connsiteX325" fmla="*/ 483284 w 1179211"/>
                  <a:gd name="connsiteY325" fmla="*/ 15465 h 84574"/>
                  <a:gd name="connsiteX326" fmla="*/ 487392 w 1179211"/>
                  <a:gd name="connsiteY326" fmla="*/ 13774 h 84574"/>
                  <a:gd name="connsiteX327" fmla="*/ 489083 w 1179211"/>
                  <a:gd name="connsiteY327" fmla="*/ 9907 h 84574"/>
                  <a:gd name="connsiteX328" fmla="*/ 487392 w 1179211"/>
                  <a:gd name="connsiteY328" fmla="*/ 6041 h 84574"/>
                  <a:gd name="connsiteX329" fmla="*/ 510589 w 1179211"/>
                  <a:gd name="connsiteY329" fmla="*/ 6041 h 84574"/>
                  <a:gd name="connsiteX330" fmla="*/ 506481 w 1179211"/>
                  <a:gd name="connsiteY330" fmla="*/ 4350 h 84574"/>
                  <a:gd name="connsiteX331" fmla="*/ 502373 w 1179211"/>
                  <a:gd name="connsiteY331" fmla="*/ 6041 h 84574"/>
                  <a:gd name="connsiteX332" fmla="*/ 500682 w 1179211"/>
                  <a:gd name="connsiteY332" fmla="*/ 9907 h 84574"/>
                  <a:gd name="connsiteX333" fmla="*/ 502373 w 1179211"/>
                  <a:gd name="connsiteY333" fmla="*/ 13774 h 84574"/>
                  <a:gd name="connsiteX334" fmla="*/ 506481 w 1179211"/>
                  <a:gd name="connsiteY334" fmla="*/ 15465 h 84574"/>
                  <a:gd name="connsiteX335" fmla="*/ 510589 w 1179211"/>
                  <a:gd name="connsiteY335" fmla="*/ 13774 h 84574"/>
                  <a:gd name="connsiteX336" fmla="*/ 512281 w 1179211"/>
                  <a:gd name="connsiteY336" fmla="*/ 9907 h 84574"/>
                  <a:gd name="connsiteX337" fmla="*/ 510589 w 1179211"/>
                  <a:gd name="connsiteY337" fmla="*/ 6041 h 84574"/>
                  <a:gd name="connsiteX338" fmla="*/ 504548 w 1179211"/>
                  <a:gd name="connsiteY338" fmla="*/ 62827 h 84574"/>
                  <a:gd name="connsiteX339" fmla="*/ 504306 w 1179211"/>
                  <a:gd name="connsiteY339" fmla="*/ 67660 h 84574"/>
                  <a:gd name="connsiteX340" fmla="*/ 502373 w 1179211"/>
                  <a:gd name="connsiteY340" fmla="*/ 72976 h 84574"/>
                  <a:gd name="connsiteX341" fmla="*/ 498990 w 1179211"/>
                  <a:gd name="connsiteY341" fmla="*/ 76600 h 84574"/>
                  <a:gd name="connsiteX342" fmla="*/ 495124 w 1179211"/>
                  <a:gd name="connsiteY342" fmla="*/ 78534 h 84574"/>
                  <a:gd name="connsiteX343" fmla="*/ 491741 w 1179211"/>
                  <a:gd name="connsiteY343" fmla="*/ 79017 h 84574"/>
                  <a:gd name="connsiteX344" fmla="*/ 488116 w 1179211"/>
                  <a:gd name="connsiteY344" fmla="*/ 78534 h 84574"/>
                  <a:gd name="connsiteX345" fmla="*/ 484975 w 1179211"/>
                  <a:gd name="connsiteY345" fmla="*/ 76842 h 84574"/>
                  <a:gd name="connsiteX346" fmla="*/ 482800 w 1179211"/>
                  <a:gd name="connsiteY346" fmla="*/ 73942 h 84574"/>
                  <a:gd name="connsiteX347" fmla="*/ 482075 w 1179211"/>
                  <a:gd name="connsiteY347" fmla="*/ 69351 h 84574"/>
                  <a:gd name="connsiteX348" fmla="*/ 483284 w 1179211"/>
                  <a:gd name="connsiteY348" fmla="*/ 64760 h 84574"/>
                  <a:gd name="connsiteX349" fmla="*/ 486183 w 1179211"/>
                  <a:gd name="connsiteY349" fmla="*/ 61619 h 84574"/>
                  <a:gd name="connsiteX350" fmla="*/ 489566 w 1179211"/>
                  <a:gd name="connsiteY350" fmla="*/ 59686 h 84574"/>
                  <a:gd name="connsiteX351" fmla="*/ 492708 w 1179211"/>
                  <a:gd name="connsiteY351" fmla="*/ 58719 h 84574"/>
                  <a:gd name="connsiteX352" fmla="*/ 496091 w 1179211"/>
                  <a:gd name="connsiteY352" fmla="*/ 58236 h 84574"/>
                  <a:gd name="connsiteX353" fmla="*/ 499715 w 1179211"/>
                  <a:gd name="connsiteY353" fmla="*/ 57994 h 84574"/>
                  <a:gd name="connsiteX354" fmla="*/ 502857 w 1179211"/>
                  <a:gd name="connsiteY354" fmla="*/ 57752 h 84574"/>
                  <a:gd name="connsiteX355" fmla="*/ 505031 w 1179211"/>
                  <a:gd name="connsiteY355" fmla="*/ 57752 h 84574"/>
                  <a:gd name="connsiteX356" fmla="*/ 504548 w 1179211"/>
                  <a:gd name="connsiteY356" fmla="*/ 62827 h 84574"/>
                  <a:gd name="connsiteX357" fmla="*/ 522188 w 1179211"/>
                  <a:gd name="connsiteY357" fmla="*/ 78292 h 84574"/>
                  <a:gd name="connsiteX358" fmla="*/ 517838 w 1179211"/>
                  <a:gd name="connsiteY358" fmla="*/ 79017 h 84574"/>
                  <a:gd name="connsiteX359" fmla="*/ 514939 w 1179211"/>
                  <a:gd name="connsiteY359" fmla="*/ 77809 h 84574"/>
                  <a:gd name="connsiteX360" fmla="*/ 513972 w 1179211"/>
                  <a:gd name="connsiteY360" fmla="*/ 72734 h 84574"/>
                  <a:gd name="connsiteX361" fmla="*/ 513972 w 1179211"/>
                  <a:gd name="connsiteY361" fmla="*/ 43496 h 84574"/>
                  <a:gd name="connsiteX362" fmla="*/ 513972 w 1179211"/>
                  <a:gd name="connsiteY362" fmla="*/ 40354 h 84574"/>
                  <a:gd name="connsiteX363" fmla="*/ 513489 w 1179211"/>
                  <a:gd name="connsiteY363" fmla="*/ 36971 h 84574"/>
                  <a:gd name="connsiteX364" fmla="*/ 512281 w 1179211"/>
                  <a:gd name="connsiteY364" fmla="*/ 33830 h 84574"/>
                  <a:gd name="connsiteX365" fmla="*/ 509864 w 1179211"/>
                  <a:gd name="connsiteY365" fmla="*/ 31172 h 84574"/>
                  <a:gd name="connsiteX366" fmla="*/ 502615 w 1179211"/>
                  <a:gd name="connsiteY366" fmla="*/ 27789 h 84574"/>
                  <a:gd name="connsiteX367" fmla="*/ 494882 w 1179211"/>
                  <a:gd name="connsiteY367" fmla="*/ 27064 h 84574"/>
                  <a:gd name="connsiteX368" fmla="*/ 488116 w 1179211"/>
                  <a:gd name="connsiteY368" fmla="*/ 27789 h 84574"/>
                  <a:gd name="connsiteX369" fmla="*/ 482075 w 1179211"/>
                  <a:gd name="connsiteY369" fmla="*/ 29964 h 84574"/>
                  <a:gd name="connsiteX370" fmla="*/ 477243 w 1179211"/>
                  <a:gd name="connsiteY370" fmla="*/ 33830 h 84574"/>
                  <a:gd name="connsiteX371" fmla="*/ 474584 w 1179211"/>
                  <a:gd name="connsiteY371" fmla="*/ 40113 h 84574"/>
                  <a:gd name="connsiteX372" fmla="*/ 482317 w 1179211"/>
                  <a:gd name="connsiteY372" fmla="*/ 42529 h 84574"/>
                  <a:gd name="connsiteX373" fmla="*/ 483284 w 1179211"/>
                  <a:gd name="connsiteY373" fmla="*/ 38904 h 84574"/>
                  <a:gd name="connsiteX374" fmla="*/ 485217 w 1179211"/>
                  <a:gd name="connsiteY374" fmla="*/ 36005 h 84574"/>
                  <a:gd name="connsiteX375" fmla="*/ 488600 w 1179211"/>
                  <a:gd name="connsiteY375" fmla="*/ 33830 h 84574"/>
                  <a:gd name="connsiteX376" fmla="*/ 493916 w 1179211"/>
                  <a:gd name="connsiteY376" fmla="*/ 33105 h 84574"/>
                  <a:gd name="connsiteX377" fmla="*/ 497299 w 1179211"/>
                  <a:gd name="connsiteY377" fmla="*/ 33347 h 84574"/>
                  <a:gd name="connsiteX378" fmla="*/ 500440 w 1179211"/>
                  <a:gd name="connsiteY378" fmla="*/ 34313 h 84574"/>
                  <a:gd name="connsiteX379" fmla="*/ 503582 w 1179211"/>
                  <a:gd name="connsiteY379" fmla="*/ 37213 h 84574"/>
                  <a:gd name="connsiteX380" fmla="*/ 504548 w 1179211"/>
                  <a:gd name="connsiteY380" fmla="*/ 42287 h 84574"/>
                  <a:gd name="connsiteX381" fmla="*/ 504548 w 1179211"/>
                  <a:gd name="connsiteY381" fmla="*/ 51711 h 84574"/>
                  <a:gd name="connsiteX382" fmla="*/ 497057 w 1179211"/>
                  <a:gd name="connsiteY382" fmla="*/ 51953 h 84574"/>
                  <a:gd name="connsiteX383" fmla="*/ 491016 w 1179211"/>
                  <a:gd name="connsiteY383" fmla="*/ 52436 h 84574"/>
                  <a:gd name="connsiteX384" fmla="*/ 483525 w 1179211"/>
                  <a:gd name="connsiteY384" fmla="*/ 54369 h 84574"/>
                  <a:gd name="connsiteX385" fmla="*/ 477484 w 1179211"/>
                  <a:gd name="connsiteY385" fmla="*/ 57994 h 84574"/>
                  <a:gd name="connsiteX386" fmla="*/ 473618 w 1179211"/>
                  <a:gd name="connsiteY386" fmla="*/ 63310 h 84574"/>
                  <a:gd name="connsiteX387" fmla="*/ 472168 w 1179211"/>
                  <a:gd name="connsiteY387" fmla="*/ 70076 h 84574"/>
                  <a:gd name="connsiteX388" fmla="*/ 473618 w 1179211"/>
                  <a:gd name="connsiteY388" fmla="*/ 76842 h 84574"/>
                  <a:gd name="connsiteX389" fmla="*/ 477243 w 1179211"/>
                  <a:gd name="connsiteY389" fmla="*/ 81675 h 84574"/>
                  <a:gd name="connsiteX390" fmla="*/ 482317 w 1179211"/>
                  <a:gd name="connsiteY390" fmla="*/ 84575 h 84574"/>
                  <a:gd name="connsiteX391" fmla="*/ 488116 w 1179211"/>
                  <a:gd name="connsiteY391" fmla="*/ 85541 h 84574"/>
                  <a:gd name="connsiteX392" fmla="*/ 499232 w 1179211"/>
                  <a:gd name="connsiteY392" fmla="*/ 82641 h 84574"/>
                  <a:gd name="connsiteX393" fmla="*/ 505031 w 1179211"/>
                  <a:gd name="connsiteY393" fmla="*/ 75634 h 84574"/>
                  <a:gd name="connsiteX394" fmla="*/ 507689 w 1179211"/>
                  <a:gd name="connsiteY394" fmla="*/ 82158 h 84574"/>
                  <a:gd name="connsiteX395" fmla="*/ 514214 w 1179211"/>
                  <a:gd name="connsiteY395" fmla="*/ 84816 h 84574"/>
                  <a:gd name="connsiteX396" fmla="*/ 519047 w 1179211"/>
                  <a:gd name="connsiteY396" fmla="*/ 84333 h 84574"/>
                  <a:gd name="connsiteX397" fmla="*/ 522430 w 1179211"/>
                  <a:gd name="connsiteY397" fmla="*/ 83608 h 84574"/>
                  <a:gd name="connsiteX398" fmla="*/ 522430 w 1179211"/>
                  <a:gd name="connsiteY398" fmla="*/ 78292 h 84574"/>
                  <a:gd name="connsiteX399" fmla="*/ 458636 w 1179211"/>
                  <a:gd name="connsiteY399" fmla="*/ 77325 h 84574"/>
                  <a:gd name="connsiteX400" fmla="*/ 455495 w 1179211"/>
                  <a:gd name="connsiteY400" fmla="*/ 78534 h 84574"/>
                  <a:gd name="connsiteX401" fmla="*/ 452353 w 1179211"/>
                  <a:gd name="connsiteY401" fmla="*/ 79017 h 84574"/>
                  <a:gd name="connsiteX402" fmla="*/ 449937 w 1179211"/>
                  <a:gd name="connsiteY402" fmla="*/ 78534 h 84574"/>
                  <a:gd name="connsiteX403" fmla="*/ 447762 w 1179211"/>
                  <a:gd name="connsiteY403" fmla="*/ 77567 h 84574"/>
                  <a:gd name="connsiteX404" fmla="*/ 445587 w 1179211"/>
                  <a:gd name="connsiteY404" fmla="*/ 74184 h 84574"/>
                  <a:gd name="connsiteX405" fmla="*/ 445346 w 1179211"/>
                  <a:gd name="connsiteY405" fmla="*/ 67901 h 84574"/>
                  <a:gd name="connsiteX406" fmla="*/ 445346 w 1179211"/>
                  <a:gd name="connsiteY406" fmla="*/ 35280 h 84574"/>
                  <a:gd name="connsiteX407" fmla="*/ 458394 w 1179211"/>
                  <a:gd name="connsiteY407" fmla="*/ 35280 h 84574"/>
                  <a:gd name="connsiteX408" fmla="*/ 458394 w 1179211"/>
                  <a:gd name="connsiteY408" fmla="*/ 28997 h 84574"/>
                  <a:gd name="connsiteX409" fmla="*/ 445346 w 1179211"/>
                  <a:gd name="connsiteY409" fmla="*/ 28997 h 84574"/>
                  <a:gd name="connsiteX410" fmla="*/ 445346 w 1179211"/>
                  <a:gd name="connsiteY410" fmla="*/ 12807 h 84574"/>
                  <a:gd name="connsiteX411" fmla="*/ 435680 w 1179211"/>
                  <a:gd name="connsiteY411" fmla="*/ 14982 h 84574"/>
                  <a:gd name="connsiteX412" fmla="*/ 435680 w 1179211"/>
                  <a:gd name="connsiteY412" fmla="*/ 28997 h 84574"/>
                  <a:gd name="connsiteX413" fmla="*/ 426256 w 1179211"/>
                  <a:gd name="connsiteY413" fmla="*/ 28997 h 84574"/>
                  <a:gd name="connsiteX414" fmla="*/ 426256 w 1179211"/>
                  <a:gd name="connsiteY414" fmla="*/ 35280 h 84574"/>
                  <a:gd name="connsiteX415" fmla="*/ 435680 w 1179211"/>
                  <a:gd name="connsiteY415" fmla="*/ 35280 h 84574"/>
                  <a:gd name="connsiteX416" fmla="*/ 435680 w 1179211"/>
                  <a:gd name="connsiteY416" fmla="*/ 68868 h 84574"/>
                  <a:gd name="connsiteX417" fmla="*/ 435922 w 1179211"/>
                  <a:gd name="connsiteY417" fmla="*/ 76117 h 84574"/>
                  <a:gd name="connsiteX418" fmla="*/ 437855 w 1179211"/>
                  <a:gd name="connsiteY418" fmla="*/ 81433 h 84574"/>
                  <a:gd name="connsiteX419" fmla="*/ 442446 w 1179211"/>
                  <a:gd name="connsiteY419" fmla="*/ 84816 h 84574"/>
                  <a:gd name="connsiteX420" fmla="*/ 448487 w 1179211"/>
                  <a:gd name="connsiteY420" fmla="*/ 85783 h 84574"/>
                  <a:gd name="connsiteX421" fmla="*/ 455012 w 1179211"/>
                  <a:gd name="connsiteY421" fmla="*/ 84816 h 84574"/>
                  <a:gd name="connsiteX422" fmla="*/ 460569 w 1179211"/>
                  <a:gd name="connsiteY422" fmla="*/ 82158 h 84574"/>
                  <a:gd name="connsiteX423" fmla="*/ 458636 w 1179211"/>
                  <a:gd name="connsiteY423" fmla="*/ 77325 h 84574"/>
                  <a:gd name="connsiteX424" fmla="*/ 409825 w 1179211"/>
                  <a:gd name="connsiteY424" fmla="*/ 28997 h 84574"/>
                  <a:gd name="connsiteX425" fmla="*/ 399676 w 1179211"/>
                  <a:gd name="connsiteY425" fmla="*/ 28997 h 84574"/>
                  <a:gd name="connsiteX426" fmla="*/ 399676 w 1179211"/>
                  <a:gd name="connsiteY426" fmla="*/ 84091 h 84574"/>
                  <a:gd name="connsiteX427" fmla="*/ 409825 w 1179211"/>
                  <a:gd name="connsiteY427" fmla="*/ 84091 h 84574"/>
                  <a:gd name="connsiteX428" fmla="*/ 409825 w 1179211"/>
                  <a:gd name="connsiteY428" fmla="*/ 28997 h 84574"/>
                  <a:gd name="connsiteX429" fmla="*/ 409341 w 1179211"/>
                  <a:gd name="connsiteY429" fmla="*/ 2416 h 84574"/>
                  <a:gd name="connsiteX430" fmla="*/ 404992 w 1179211"/>
                  <a:gd name="connsiteY430" fmla="*/ 483 h 84574"/>
                  <a:gd name="connsiteX431" fmla="*/ 400400 w 1179211"/>
                  <a:gd name="connsiteY431" fmla="*/ 2416 h 84574"/>
                  <a:gd name="connsiteX432" fmla="*/ 398467 w 1179211"/>
                  <a:gd name="connsiteY432" fmla="*/ 6766 h 84574"/>
                  <a:gd name="connsiteX433" fmla="*/ 400400 w 1179211"/>
                  <a:gd name="connsiteY433" fmla="*/ 11116 h 84574"/>
                  <a:gd name="connsiteX434" fmla="*/ 404992 w 1179211"/>
                  <a:gd name="connsiteY434" fmla="*/ 13049 h 84574"/>
                  <a:gd name="connsiteX435" fmla="*/ 409341 w 1179211"/>
                  <a:gd name="connsiteY435" fmla="*/ 11116 h 84574"/>
                  <a:gd name="connsiteX436" fmla="*/ 411274 w 1179211"/>
                  <a:gd name="connsiteY436" fmla="*/ 6766 h 84574"/>
                  <a:gd name="connsiteX437" fmla="*/ 409341 w 1179211"/>
                  <a:gd name="connsiteY437" fmla="*/ 2416 h 84574"/>
                  <a:gd name="connsiteX438" fmla="*/ 379619 w 1179211"/>
                  <a:gd name="connsiteY438" fmla="*/ 61377 h 84574"/>
                  <a:gd name="connsiteX439" fmla="*/ 375511 w 1179211"/>
                  <a:gd name="connsiteY439" fmla="*/ 56544 h 84574"/>
                  <a:gd name="connsiteX440" fmla="*/ 370195 w 1179211"/>
                  <a:gd name="connsiteY440" fmla="*/ 53403 h 84574"/>
                  <a:gd name="connsiteX441" fmla="*/ 364396 w 1179211"/>
                  <a:gd name="connsiteY441" fmla="*/ 51470 h 84574"/>
                  <a:gd name="connsiteX442" fmla="*/ 355938 w 1179211"/>
                  <a:gd name="connsiteY442" fmla="*/ 47603 h 84574"/>
                  <a:gd name="connsiteX443" fmla="*/ 352797 w 1179211"/>
                  <a:gd name="connsiteY443" fmla="*/ 40837 h 84574"/>
                  <a:gd name="connsiteX444" fmla="*/ 355697 w 1179211"/>
                  <a:gd name="connsiteY444" fmla="*/ 35280 h 84574"/>
                  <a:gd name="connsiteX445" fmla="*/ 362946 w 1179211"/>
                  <a:gd name="connsiteY445" fmla="*/ 33105 h 84574"/>
                  <a:gd name="connsiteX446" fmla="*/ 370195 w 1179211"/>
                  <a:gd name="connsiteY446" fmla="*/ 34796 h 84574"/>
                  <a:gd name="connsiteX447" fmla="*/ 374786 w 1179211"/>
                  <a:gd name="connsiteY447" fmla="*/ 38421 h 84574"/>
                  <a:gd name="connsiteX448" fmla="*/ 379619 w 1179211"/>
                  <a:gd name="connsiteY448" fmla="*/ 32380 h 84574"/>
                  <a:gd name="connsiteX449" fmla="*/ 373820 w 1179211"/>
                  <a:gd name="connsiteY449" fmla="*/ 28997 h 84574"/>
                  <a:gd name="connsiteX450" fmla="*/ 363429 w 1179211"/>
                  <a:gd name="connsiteY450" fmla="*/ 27306 h 84574"/>
                  <a:gd name="connsiteX451" fmla="*/ 355938 w 1179211"/>
                  <a:gd name="connsiteY451" fmla="*/ 28272 h 84574"/>
                  <a:gd name="connsiteX452" fmla="*/ 349656 w 1179211"/>
                  <a:gd name="connsiteY452" fmla="*/ 31172 h 84574"/>
                  <a:gd name="connsiteX453" fmla="*/ 345306 w 1179211"/>
                  <a:gd name="connsiteY453" fmla="*/ 36005 h 84574"/>
                  <a:gd name="connsiteX454" fmla="*/ 343615 w 1179211"/>
                  <a:gd name="connsiteY454" fmla="*/ 42771 h 84574"/>
                  <a:gd name="connsiteX455" fmla="*/ 345065 w 1179211"/>
                  <a:gd name="connsiteY455" fmla="*/ 50020 h 84574"/>
                  <a:gd name="connsiteX456" fmla="*/ 348931 w 1179211"/>
                  <a:gd name="connsiteY456" fmla="*/ 54853 h 84574"/>
                  <a:gd name="connsiteX457" fmla="*/ 354005 w 1179211"/>
                  <a:gd name="connsiteY457" fmla="*/ 57752 h 84574"/>
                  <a:gd name="connsiteX458" fmla="*/ 359321 w 1179211"/>
                  <a:gd name="connsiteY458" fmla="*/ 59686 h 84574"/>
                  <a:gd name="connsiteX459" fmla="*/ 367779 w 1179211"/>
                  <a:gd name="connsiteY459" fmla="*/ 63310 h 84574"/>
                  <a:gd name="connsiteX460" fmla="*/ 370920 w 1179211"/>
                  <a:gd name="connsiteY460" fmla="*/ 70559 h 84574"/>
                  <a:gd name="connsiteX461" fmla="*/ 368262 w 1179211"/>
                  <a:gd name="connsiteY461" fmla="*/ 77325 h 84574"/>
                  <a:gd name="connsiteX462" fmla="*/ 360771 w 1179211"/>
                  <a:gd name="connsiteY462" fmla="*/ 79742 h 84574"/>
                  <a:gd name="connsiteX463" fmla="*/ 355938 w 1179211"/>
                  <a:gd name="connsiteY463" fmla="*/ 79017 h 84574"/>
                  <a:gd name="connsiteX464" fmla="*/ 351830 w 1179211"/>
                  <a:gd name="connsiteY464" fmla="*/ 76842 h 84574"/>
                  <a:gd name="connsiteX465" fmla="*/ 348447 w 1179211"/>
                  <a:gd name="connsiteY465" fmla="*/ 74184 h 84574"/>
                  <a:gd name="connsiteX466" fmla="*/ 346031 w 1179211"/>
                  <a:gd name="connsiteY466" fmla="*/ 71768 h 84574"/>
                  <a:gd name="connsiteX467" fmla="*/ 341198 w 1179211"/>
                  <a:gd name="connsiteY467" fmla="*/ 79500 h 84574"/>
                  <a:gd name="connsiteX468" fmla="*/ 360288 w 1179211"/>
                  <a:gd name="connsiteY468" fmla="*/ 85783 h 84574"/>
                  <a:gd name="connsiteX469" fmla="*/ 368020 w 1179211"/>
                  <a:gd name="connsiteY469" fmla="*/ 84575 h 84574"/>
                  <a:gd name="connsiteX470" fmla="*/ 374303 w 1179211"/>
                  <a:gd name="connsiteY470" fmla="*/ 81192 h 84574"/>
                  <a:gd name="connsiteX471" fmla="*/ 378411 w 1179211"/>
                  <a:gd name="connsiteY471" fmla="*/ 75634 h 84574"/>
                  <a:gd name="connsiteX472" fmla="*/ 380103 w 1179211"/>
                  <a:gd name="connsiteY472" fmla="*/ 68143 h 84574"/>
                  <a:gd name="connsiteX473" fmla="*/ 379619 w 1179211"/>
                  <a:gd name="connsiteY473" fmla="*/ 61377 h 84574"/>
                  <a:gd name="connsiteX474" fmla="*/ 298428 w 1179211"/>
                  <a:gd name="connsiteY474" fmla="*/ 84091 h 84574"/>
                  <a:gd name="connsiteX475" fmla="*/ 307852 w 1179211"/>
                  <a:gd name="connsiteY475" fmla="*/ 84091 h 84574"/>
                  <a:gd name="connsiteX476" fmla="*/ 307852 w 1179211"/>
                  <a:gd name="connsiteY476" fmla="*/ 57511 h 84574"/>
                  <a:gd name="connsiteX477" fmla="*/ 308093 w 1179211"/>
                  <a:gd name="connsiteY477" fmla="*/ 51953 h 84574"/>
                  <a:gd name="connsiteX478" fmla="*/ 308818 w 1179211"/>
                  <a:gd name="connsiteY478" fmla="*/ 46637 h 84574"/>
                  <a:gd name="connsiteX479" fmla="*/ 312926 w 1179211"/>
                  <a:gd name="connsiteY479" fmla="*/ 37938 h 84574"/>
                  <a:gd name="connsiteX480" fmla="*/ 318967 w 1179211"/>
                  <a:gd name="connsiteY480" fmla="*/ 34555 h 84574"/>
                  <a:gd name="connsiteX481" fmla="*/ 325008 w 1179211"/>
                  <a:gd name="connsiteY481" fmla="*/ 40596 h 84574"/>
                  <a:gd name="connsiteX482" fmla="*/ 333224 w 1179211"/>
                  <a:gd name="connsiteY482" fmla="*/ 37696 h 84574"/>
                  <a:gd name="connsiteX483" fmla="*/ 332016 w 1179211"/>
                  <a:gd name="connsiteY483" fmla="*/ 32863 h 84574"/>
                  <a:gd name="connsiteX484" fmla="*/ 329599 w 1179211"/>
                  <a:gd name="connsiteY484" fmla="*/ 29722 h 84574"/>
                  <a:gd name="connsiteX485" fmla="*/ 326216 w 1179211"/>
                  <a:gd name="connsiteY485" fmla="*/ 28030 h 84574"/>
                  <a:gd name="connsiteX486" fmla="*/ 322833 w 1179211"/>
                  <a:gd name="connsiteY486" fmla="*/ 27547 h 84574"/>
                  <a:gd name="connsiteX487" fmla="*/ 314134 w 1179211"/>
                  <a:gd name="connsiteY487" fmla="*/ 30205 h 84574"/>
                  <a:gd name="connsiteX488" fmla="*/ 307852 w 1179211"/>
                  <a:gd name="connsiteY488" fmla="*/ 37696 h 84574"/>
                  <a:gd name="connsiteX489" fmla="*/ 306643 w 1179211"/>
                  <a:gd name="connsiteY489" fmla="*/ 28272 h 84574"/>
                  <a:gd name="connsiteX490" fmla="*/ 297219 w 1179211"/>
                  <a:gd name="connsiteY490" fmla="*/ 29239 h 84574"/>
                  <a:gd name="connsiteX491" fmla="*/ 297461 w 1179211"/>
                  <a:gd name="connsiteY491" fmla="*/ 31413 h 84574"/>
                  <a:gd name="connsiteX492" fmla="*/ 297944 w 1179211"/>
                  <a:gd name="connsiteY492" fmla="*/ 35038 h 84574"/>
                  <a:gd name="connsiteX493" fmla="*/ 298186 w 1179211"/>
                  <a:gd name="connsiteY493" fmla="*/ 39146 h 84574"/>
                  <a:gd name="connsiteX494" fmla="*/ 298428 w 1179211"/>
                  <a:gd name="connsiteY494" fmla="*/ 43254 h 84574"/>
                  <a:gd name="connsiteX495" fmla="*/ 298428 w 1179211"/>
                  <a:gd name="connsiteY495" fmla="*/ 84091 h 84574"/>
                  <a:gd name="connsiteX496" fmla="*/ 267981 w 1179211"/>
                  <a:gd name="connsiteY496" fmla="*/ 38179 h 84574"/>
                  <a:gd name="connsiteX497" fmla="*/ 271122 w 1179211"/>
                  <a:gd name="connsiteY497" fmla="*/ 50262 h 84574"/>
                  <a:gd name="connsiteX498" fmla="*/ 271122 w 1179211"/>
                  <a:gd name="connsiteY498" fmla="*/ 52195 h 84574"/>
                  <a:gd name="connsiteX499" fmla="*/ 243817 w 1179211"/>
                  <a:gd name="connsiteY499" fmla="*/ 52195 h 84574"/>
                  <a:gd name="connsiteX500" fmla="*/ 245508 w 1179211"/>
                  <a:gd name="connsiteY500" fmla="*/ 45187 h 84574"/>
                  <a:gd name="connsiteX501" fmla="*/ 248649 w 1179211"/>
                  <a:gd name="connsiteY501" fmla="*/ 39388 h 84574"/>
                  <a:gd name="connsiteX502" fmla="*/ 253241 w 1179211"/>
                  <a:gd name="connsiteY502" fmla="*/ 35280 h 84574"/>
                  <a:gd name="connsiteX503" fmla="*/ 259282 w 1179211"/>
                  <a:gd name="connsiteY503" fmla="*/ 33830 h 84574"/>
                  <a:gd name="connsiteX504" fmla="*/ 267981 w 1179211"/>
                  <a:gd name="connsiteY504" fmla="*/ 38179 h 84574"/>
                  <a:gd name="connsiteX505" fmla="*/ 281029 w 1179211"/>
                  <a:gd name="connsiteY505" fmla="*/ 58236 h 84574"/>
                  <a:gd name="connsiteX506" fmla="*/ 281029 w 1179211"/>
                  <a:gd name="connsiteY506" fmla="*/ 52678 h 84574"/>
                  <a:gd name="connsiteX507" fmla="*/ 280063 w 1179211"/>
                  <a:gd name="connsiteY507" fmla="*/ 43496 h 84574"/>
                  <a:gd name="connsiteX508" fmla="*/ 276438 w 1179211"/>
                  <a:gd name="connsiteY508" fmla="*/ 35280 h 84574"/>
                  <a:gd name="connsiteX509" fmla="*/ 269672 w 1179211"/>
                  <a:gd name="connsiteY509" fmla="*/ 29480 h 84574"/>
                  <a:gd name="connsiteX510" fmla="*/ 259040 w 1179211"/>
                  <a:gd name="connsiteY510" fmla="*/ 27306 h 84574"/>
                  <a:gd name="connsiteX511" fmla="*/ 249133 w 1179211"/>
                  <a:gd name="connsiteY511" fmla="*/ 29480 h 84574"/>
                  <a:gd name="connsiteX512" fmla="*/ 241159 w 1179211"/>
                  <a:gd name="connsiteY512" fmla="*/ 35521 h 84574"/>
                  <a:gd name="connsiteX513" fmla="*/ 235842 w 1179211"/>
                  <a:gd name="connsiteY513" fmla="*/ 44704 h 84574"/>
                  <a:gd name="connsiteX514" fmla="*/ 233909 w 1179211"/>
                  <a:gd name="connsiteY514" fmla="*/ 56544 h 84574"/>
                  <a:gd name="connsiteX515" fmla="*/ 240675 w 1179211"/>
                  <a:gd name="connsiteY515" fmla="*/ 78292 h 84574"/>
                  <a:gd name="connsiteX516" fmla="*/ 260490 w 1179211"/>
                  <a:gd name="connsiteY516" fmla="*/ 85783 h 84574"/>
                  <a:gd name="connsiteX517" fmla="*/ 272572 w 1179211"/>
                  <a:gd name="connsiteY517" fmla="*/ 83125 h 84574"/>
                  <a:gd name="connsiteX518" fmla="*/ 282238 w 1179211"/>
                  <a:gd name="connsiteY518" fmla="*/ 75151 h 84574"/>
                  <a:gd name="connsiteX519" fmla="*/ 278371 w 1179211"/>
                  <a:gd name="connsiteY519" fmla="*/ 71043 h 84574"/>
                  <a:gd name="connsiteX520" fmla="*/ 268947 w 1179211"/>
                  <a:gd name="connsiteY520" fmla="*/ 77567 h 84574"/>
                  <a:gd name="connsiteX521" fmla="*/ 261215 w 1179211"/>
                  <a:gd name="connsiteY521" fmla="*/ 79017 h 84574"/>
                  <a:gd name="connsiteX522" fmla="*/ 248649 w 1179211"/>
                  <a:gd name="connsiteY522" fmla="*/ 73701 h 84574"/>
                  <a:gd name="connsiteX523" fmla="*/ 244058 w 1179211"/>
                  <a:gd name="connsiteY523" fmla="*/ 58477 h 84574"/>
                  <a:gd name="connsiteX524" fmla="*/ 281029 w 1179211"/>
                  <a:gd name="connsiteY524" fmla="*/ 58477 h 84574"/>
                  <a:gd name="connsiteX525" fmla="*/ 183648 w 1179211"/>
                  <a:gd name="connsiteY525" fmla="*/ 28997 h 84574"/>
                  <a:gd name="connsiteX526" fmla="*/ 172774 w 1179211"/>
                  <a:gd name="connsiteY526" fmla="*/ 28997 h 84574"/>
                  <a:gd name="connsiteX527" fmla="*/ 195247 w 1179211"/>
                  <a:gd name="connsiteY527" fmla="*/ 85300 h 84574"/>
                  <a:gd name="connsiteX528" fmla="*/ 203221 w 1179211"/>
                  <a:gd name="connsiteY528" fmla="*/ 85300 h 84574"/>
                  <a:gd name="connsiteX529" fmla="*/ 226418 w 1179211"/>
                  <a:gd name="connsiteY529" fmla="*/ 28997 h 84574"/>
                  <a:gd name="connsiteX530" fmla="*/ 217236 w 1179211"/>
                  <a:gd name="connsiteY530" fmla="*/ 28997 h 84574"/>
                  <a:gd name="connsiteX531" fmla="*/ 202496 w 1179211"/>
                  <a:gd name="connsiteY531" fmla="*/ 67660 h 84574"/>
                  <a:gd name="connsiteX532" fmla="*/ 200079 w 1179211"/>
                  <a:gd name="connsiteY532" fmla="*/ 76359 h 84574"/>
                  <a:gd name="connsiteX533" fmla="*/ 199354 w 1179211"/>
                  <a:gd name="connsiteY533" fmla="*/ 72734 h 84574"/>
                  <a:gd name="connsiteX534" fmla="*/ 197663 w 1179211"/>
                  <a:gd name="connsiteY534" fmla="*/ 67176 h 84574"/>
                  <a:gd name="connsiteX535" fmla="*/ 183648 w 1179211"/>
                  <a:gd name="connsiteY535" fmla="*/ 28997 h 84574"/>
                  <a:gd name="connsiteX536" fmla="*/ 159000 w 1179211"/>
                  <a:gd name="connsiteY536" fmla="*/ 28997 h 84574"/>
                  <a:gd name="connsiteX537" fmla="*/ 148851 w 1179211"/>
                  <a:gd name="connsiteY537" fmla="*/ 28997 h 84574"/>
                  <a:gd name="connsiteX538" fmla="*/ 148851 w 1179211"/>
                  <a:gd name="connsiteY538" fmla="*/ 84091 h 84574"/>
                  <a:gd name="connsiteX539" fmla="*/ 159000 w 1179211"/>
                  <a:gd name="connsiteY539" fmla="*/ 84091 h 84574"/>
                  <a:gd name="connsiteX540" fmla="*/ 159000 w 1179211"/>
                  <a:gd name="connsiteY540" fmla="*/ 28997 h 84574"/>
                  <a:gd name="connsiteX541" fmla="*/ 158517 w 1179211"/>
                  <a:gd name="connsiteY541" fmla="*/ 2416 h 84574"/>
                  <a:gd name="connsiteX542" fmla="*/ 154167 w 1179211"/>
                  <a:gd name="connsiteY542" fmla="*/ 483 h 84574"/>
                  <a:gd name="connsiteX543" fmla="*/ 149576 w 1179211"/>
                  <a:gd name="connsiteY543" fmla="*/ 2416 h 84574"/>
                  <a:gd name="connsiteX544" fmla="*/ 147643 w 1179211"/>
                  <a:gd name="connsiteY544" fmla="*/ 6766 h 84574"/>
                  <a:gd name="connsiteX545" fmla="*/ 149576 w 1179211"/>
                  <a:gd name="connsiteY545" fmla="*/ 11116 h 84574"/>
                  <a:gd name="connsiteX546" fmla="*/ 154167 w 1179211"/>
                  <a:gd name="connsiteY546" fmla="*/ 13049 h 84574"/>
                  <a:gd name="connsiteX547" fmla="*/ 158517 w 1179211"/>
                  <a:gd name="connsiteY547" fmla="*/ 11116 h 84574"/>
                  <a:gd name="connsiteX548" fmla="*/ 160450 w 1179211"/>
                  <a:gd name="connsiteY548" fmla="*/ 6766 h 84574"/>
                  <a:gd name="connsiteX549" fmla="*/ 158517 w 1179211"/>
                  <a:gd name="connsiteY549" fmla="*/ 2416 h 84574"/>
                  <a:gd name="connsiteX550" fmla="*/ 128795 w 1179211"/>
                  <a:gd name="connsiteY550" fmla="*/ 84091 h 84574"/>
                  <a:gd name="connsiteX551" fmla="*/ 128795 w 1179211"/>
                  <a:gd name="connsiteY551" fmla="*/ 49537 h 84574"/>
                  <a:gd name="connsiteX552" fmla="*/ 128312 w 1179211"/>
                  <a:gd name="connsiteY552" fmla="*/ 41079 h 84574"/>
                  <a:gd name="connsiteX553" fmla="*/ 126137 w 1179211"/>
                  <a:gd name="connsiteY553" fmla="*/ 34071 h 84574"/>
                  <a:gd name="connsiteX554" fmla="*/ 120338 w 1179211"/>
                  <a:gd name="connsiteY554" fmla="*/ 29239 h 84574"/>
                  <a:gd name="connsiteX555" fmla="*/ 109705 w 1179211"/>
                  <a:gd name="connsiteY555" fmla="*/ 27306 h 84574"/>
                  <a:gd name="connsiteX556" fmla="*/ 102214 w 1179211"/>
                  <a:gd name="connsiteY556" fmla="*/ 28514 h 84574"/>
                  <a:gd name="connsiteX557" fmla="*/ 96898 w 1179211"/>
                  <a:gd name="connsiteY557" fmla="*/ 31655 h 84574"/>
                  <a:gd name="connsiteX558" fmla="*/ 93274 w 1179211"/>
                  <a:gd name="connsiteY558" fmla="*/ 35280 h 84574"/>
                  <a:gd name="connsiteX559" fmla="*/ 91341 w 1179211"/>
                  <a:gd name="connsiteY559" fmla="*/ 37938 h 84574"/>
                  <a:gd name="connsiteX560" fmla="*/ 90132 w 1179211"/>
                  <a:gd name="connsiteY560" fmla="*/ 28514 h 84574"/>
                  <a:gd name="connsiteX561" fmla="*/ 80708 w 1179211"/>
                  <a:gd name="connsiteY561" fmla="*/ 29480 h 84574"/>
                  <a:gd name="connsiteX562" fmla="*/ 80950 w 1179211"/>
                  <a:gd name="connsiteY562" fmla="*/ 31655 h 84574"/>
                  <a:gd name="connsiteX563" fmla="*/ 81433 w 1179211"/>
                  <a:gd name="connsiteY563" fmla="*/ 35280 h 84574"/>
                  <a:gd name="connsiteX564" fmla="*/ 81675 w 1179211"/>
                  <a:gd name="connsiteY564" fmla="*/ 39388 h 84574"/>
                  <a:gd name="connsiteX565" fmla="*/ 81917 w 1179211"/>
                  <a:gd name="connsiteY565" fmla="*/ 43496 h 84574"/>
                  <a:gd name="connsiteX566" fmla="*/ 81917 w 1179211"/>
                  <a:gd name="connsiteY566" fmla="*/ 84333 h 84574"/>
                  <a:gd name="connsiteX567" fmla="*/ 91824 w 1179211"/>
                  <a:gd name="connsiteY567" fmla="*/ 84333 h 84574"/>
                  <a:gd name="connsiteX568" fmla="*/ 91824 w 1179211"/>
                  <a:gd name="connsiteY568" fmla="*/ 53403 h 84574"/>
                  <a:gd name="connsiteX569" fmla="*/ 93032 w 1179211"/>
                  <a:gd name="connsiteY569" fmla="*/ 46154 h 84574"/>
                  <a:gd name="connsiteX570" fmla="*/ 96415 w 1179211"/>
                  <a:gd name="connsiteY570" fmla="*/ 40354 h 84574"/>
                  <a:gd name="connsiteX571" fmla="*/ 101248 w 1179211"/>
                  <a:gd name="connsiteY571" fmla="*/ 36488 h 84574"/>
                  <a:gd name="connsiteX572" fmla="*/ 107531 w 1179211"/>
                  <a:gd name="connsiteY572" fmla="*/ 35038 h 84574"/>
                  <a:gd name="connsiteX573" fmla="*/ 113572 w 1179211"/>
                  <a:gd name="connsiteY573" fmla="*/ 36005 h 84574"/>
                  <a:gd name="connsiteX574" fmla="*/ 117196 w 1179211"/>
                  <a:gd name="connsiteY574" fmla="*/ 38904 h 84574"/>
                  <a:gd name="connsiteX575" fmla="*/ 118888 w 1179211"/>
                  <a:gd name="connsiteY575" fmla="*/ 43496 h 84574"/>
                  <a:gd name="connsiteX576" fmla="*/ 119371 w 1179211"/>
                  <a:gd name="connsiteY576" fmla="*/ 49778 h 84574"/>
                  <a:gd name="connsiteX577" fmla="*/ 119371 w 1179211"/>
                  <a:gd name="connsiteY577" fmla="*/ 84333 h 84574"/>
                  <a:gd name="connsiteX578" fmla="*/ 128795 w 1179211"/>
                  <a:gd name="connsiteY578" fmla="*/ 84333 h 84574"/>
                  <a:gd name="connsiteX579" fmla="*/ 60894 w 1179211"/>
                  <a:gd name="connsiteY579" fmla="*/ 5799 h 84574"/>
                  <a:gd name="connsiteX580" fmla="*/ 50986 w 1179211"/>
                  <a:gd name="connsiteY580" fmla="*/ 5799 h 84574"/>
                  <a:gd name="connsiteX581" fmla="*/ 50986 w 1179211"/>
                  <a:gd name="connsiteY581" fmla="*/ 54128 h 84574"/>
                  <a:gd name="connsiteX582" fmla="*/ 49295 w 1179211"/>
                  <a:gd name="connsiteY582" fmla="*/ 66935 h 84574"/>
                  <a:gd name="connsiteX583" fmla="*/ 44945 w 1179211"/>
                  <a:gd name="connsiteY583" fmla="*/ 74667 h 84574"/>
                  <a:gd name="connsiteX584" fmla="*/ 38421 w 1179211"/>
                  <a:gd name="connsiteY584" fmla="*/ 78534 h 84574"/>
                  <a:gd name="connsiteX585" fmla="*/ 30447 w 1179211"/>
                  <a:gd name="connsiteY585" fmla="*/ 79500 h 84574"/>
                  <a:gd name="connsiteX586" fmla="*/ 22231 w 1179211"/>
                  <a:gd name="connsiteY586" fmla="*/ 78534 h 84574"/>
                  <a:gd name="connsiteX587" fmla="*/ 15707 w 1179211"/>
                  <a:gd name="connsiteY587" fmla="*/ 74667 h 84574"/>
                  <a:gd name="connsiteX588" fmla="*/ 11357 w 1179211"/>
                  <a:gd name="connsiteY588" fmla="*/ 66935 h 84574"/>
                  <a:gd name="connsiteX589" fmla="*/ 9666 w 1179211"/>
                  <a:gd name="connsiteY589" fmla="*/ 54128 h 84574"/>
                  <a:gd name="connsiteX590" fmla="*/ 9666 w 1179211"/>
                  <a:gd name="connsiteY590" fmla="*/ 5799 h 84574"/>
                  <a:gd name="connsiteX591" fmla="*/ 0 w 1179211"/>
                  <a:gd name="connsiteY591" fmla="*/ 5799 h 84574"/>
                  <a:gd name="connsiteX592" fmla="*/ 0 w 1179211"/>
                  <a:gd name="connsiteY592" fmla="*/ 54853 h 84574"/>
                  <a:gd name="connsiteX593" fmla="*/ 7733 w 1179211"/>
                  <a:gd name="connsiteY593" fmla="*/ 79500 h 84574"/>
                  <a:gd name="connsiteX594" fmla="*/ 30689 w 1179211"/>
                  <a:gd name="connsiteY594" fmla="*/ 86749 h 84574"/>
                  <a:gd name="connsiteX595" fmla="*/ 53403 w 1179211"/>
                  <a:gd name="connsiteY595" fmla="*/ 79500 h 84574"/>
                  <a:gd name="connsiteX596" fmla="*/ 60894 w 1179211"/>
                  <a:gd name="connsiteY596" fmla="*/ 54853 h 84574"/>
                  <a:gd name="connsiteX597" fmla="*/ 60894 w 1179211"/>
                  <a:gd name="connsiteY597" fmla="*/ 5799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</a:cxnLst>
                <a:rect l="l" t="t" r="r" b="b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1" name="Freihandform: Form 60">
                <a:extLst>
                  <a:ext uri="{FF2B5EF4-FFF2-40B4-BE49-F238E27FC236}">
                    <a16:creationId xmlns:a16="http://schemas.microsoft.com/office/drawing/2014/main" id="{62FEBD5E-81F2-4B87-AF0E-C85931DA9405}"/>
                  </a:ext>
                </a:extLst>
              </p:cNvPr>
              <p:cNvSpPr/>
              <p:nvPr/>
            </p:nvSpPr>
            <p:spPr>
              <a:xfrm>
                <a:off x="11569754" y="1219314"/>
                <a:ext cx="152234" cy="132903"/>
              </a:xfrm>
              <a:custGeom>
                <a:avLst/>
                <a:gdLst>
                  <a:gd name="connsiteX0" fmla="*/ 0 w 152234"/>
                  <a:gd name="connsiteY0" fmla="*/ 134353 h 132902"/>
                  <a:gd name="connsiteX1" fmla="*/ 84816 w 152234"/>
                  <a:gd name="connsiteY1" fmla="*/ 134353 h 132902"/>
                  <a:gd name="connsiteX2" fmla="*/ 152234 w 152234"/>
                  <a:gd name="connsiteY2" fmla="*/ 67176 h 132902"/>
                  <a:gd name="connsiteX3" fmla="*/ 84816 w 152234"/>
                  <a:gd name="connsiteY3" fmla="*/ 0 h 132902"/>
                  <a:gd name="connsiteX4" fmla="*/ 0 w 152234"/>
                  <a:gd name="connsiteY4" fmla="*/ 0 h 132902"/>
                  <a:gd name="connsiteX5" fmla="*/ 0 w 152234"/>
                  <a:gd name="connsiteY5" fmla="*/ 134353 h 132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</p:grpSp>
      <p:sp>
        <p:nvSpPr>
          <p:cNvPr id="38" name="Bildplatzhalter 4">
            <a:extLst>
              <a:ext uri="{FF2B5EF4-FFF2-40B4-BE49-F238E27FC236}">
                <a16:creationId xmlns:a16="http://schemas.microsoft.com/office/drawing/2014/main" id="{CB4FCE89-4ECE-184E-897C-4631FB0C0D0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193312" y="394879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39" name="Bildplatzhalter 4">
            <a:extLst>
              <a:ext uri="{FF2B5EF4-FFF2-40B4-BE49-F238E27FC236}">
                <a16:creationId xmlns:a16="http://schemas.microsoft.com/office/drawing/2014/main" id="{1123C5FD-FD36-EF46-A7BE-730ECD0226B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3259" y="394879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40" name="Bildplatzhalter 4">
            <a:extLst>
              <a:ext uri="{FF2B5EF4-FFF2-40B4-BE49-F238E27FC236}">
                <a16:creationId xmlns:a16="http://schemas.microsoft.com/office/drawing/2014/main" id="{76763FB6-F29F-6E45-A8AF-56E9738E6CB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3708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41" name="Bildplatzhalter 4">
            <a:extLst>
              <a:ext uri="{FF2B5EF4-FFF2-40B4-BE49-F238E27FC236}">
                <a16:creationId xmlns:a16="http://schemas.microsoft.com/office/drawing/2014/main" id="{A1AF13E3-064D-6244-AEC0-7A7D21E29C7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654279" y="4151976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72" name="Bildplatzhalter 4">
            <a:extLst>
              <a:ext uri="{FF2B5EF4-FFF2-40B4-BE49-F238E27FC236}">
                <a16:creationId xmlns:a16="http://schemas.microsoft.com/office/drawing/2014/main" id="{1472E981-D1BB-BD49-8ED3-BA240E3D17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0874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</p:spTree>
    <p:extLst>
      <p:ext uri="{BB962C8B-B14F-4D97-AF65-F5344CB8AC3E}">
        <p14:creationId xmlns:p14="http://schemas.microsoft.com/office/powerpoint/2010/main" val="367235337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C90C208C-E187-483E-A849-994740CF4EB9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  <a:solidFill>
            <a:schemeClr val="tx2"/>
          </a:solidFill>
        </p:grpSpPr>
        <p:sp>
          <p:nvSpPr>
            <p:cNvPr id="51" name="bk object 18">
              <a:extLst>
                <a:ext uri="{FF2B5EF4-FFF2-40B4-BE49-F238E27FC236}">
                  <a16:creationId xmlns:a16="http://schemas.microsoft.com/office/drawing/2014/main" id="{EE0396FA-425F-4EDC-9520-B9A44FA9B2CE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bk object 18">
              <a:extLst>
                <a:ext uri="{FF2B5EF4-FFF2-40B4-BE49-F238E27FC236}">
                  <a16:creationId xmlns:a16="http://schemas.microsoft.com/office/drawing/2014/main" id="{565B0312-1532-4603-9199-E7A9D647D7DD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Holder 3">
              <a:extLst>
                <a:ext uri="{FF2B5EF4-FFF2-40B4-BE49-F238E27FC236}">
                  <a16:creationId xmlns:a16="http://schemas.microsoft.com/office/drawing/2014/main" id="{64829966-6167-4E75-9B98-6CFBF28F3C7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  <a:grpFill/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sp>
        <p:nvSpPr>
          <p:cNvPr id="5" name="Titel 1">
            <a:extLst>
              <a:ext uri="{FF2B5EF4-FFF2-40B4-BE49-F238E27FC236}">
                <a16:creationId xmlns:a16="http://schemas.microsoft.com/office/drawing/2014/main" id="{B0EFD377-4EA8-4233-8819-69CE7EFB9E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4279" y="3034543"/>
            <a:ext cx="4968228" cy="919235"/>
          </a:xfrm>
        </p:spPr>
        <p:txBody>
          <a:bodyPr/>
          <a:lstStyle>
            <a:lvl1pPr algn="r">
              <a:defRPr/>
            </a:lvl1pPr>
          </a:lstStyle>
          <a:p>
            <a:r>
              <a:rPr lang="de-DE" dirty="0" err="1"/>
              <a:t>Kapiteltrenner</a:t>
            </a:r>
            <a:r>
              <a:rPr lang="de-DE" dirty="0"/>
              <a:t> (bearbeiten)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5327C6-E598-4991-AB22-BE7A8B83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581514-8A34-423E-AF48-23D40C9B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‹#›</a:t>
            </a:fld>
            <a:endParaRPr lang="de-DE"/>
          </a:p>
        </p:txBody>
      </p:sp>
      <p:grpSp>
        <p:nvGrpSpPr>
          <p:cNvPr id="42" name="Grafik 9">
            <a:extLst>
              <a:ext uri="{FF2B5EF4-FFF2-40B4-BE49-F238E27FC236}">
                <a16:creationId xmlns:a16="http://schemas.microsoft.com/office/drawing/2014/main" id="{28A21B8F-6E69-4E11-AFD3-54EC4D2DD560}"/>
              </a:ext>
            </a:extLst>
          </p:cNvPr>
          <p:cNvGrpSpPr/>
          <p:nvPr userDrawn="1"/>
        </p:nvGrpSpPr>
        <p:grpSpPr>
          <a:xfrm>
            <a:off x="7741437" y="394294"/>
            <a:ext cx="1049330" cy="621121"/>
            <a:chOff x="10321916" y="525077"/>
            <a:chExt cx="1399106" cy="827140"/>
          </a:xfrm>
          <a:solidFill>
            <a:schemeClr val="accent1"/>
          </a:solidFill>
        </p:grpSpPr>
        <p:grpSp>
          <p:nvGrpSpPr>
            <p:cNvPr id="43" name="Grafik 9">
              <a:extLst>
                <a:ext uri="{FF2B5EF4-FFF2-40B4-BE49-F238E27FC236}">
                  <a16:creationId xmlns:a16="http://schemas.microsoft.com/office/drawing/2014/main" id="{D38F2AA7-E6E5-436E-8E36-7603834951DD}"/>
                </a:ext>
              </a:extLst>
            </p:cNvPr>
            <p:cNvGrpSpPr/>
            <p:nvPr/>
          </p:nvGrpSpPr>
          <p:grpSpPr>
            <a:xfrm>
              <a:off x="10321916" y="525077"/>
              <a:ext cx="1179212" cy="575107"/>
              <a:chOff x="10321916" y="525077"/>
              <a:chExt cx="1179212" cy="575107"/>
            </a:xfrm>
            <a:solidFill>
              <a:schemeClr val="accent1"/>
            </a:solidFill>
          </p:grpSpPr>
          <p:sp>
            <p:nvSpPr>
              <p:cNvPr id="66" name="Freihandform: Form 65">
                <a:extLst>
                  <a:ext uri="{FF2B5EF4-FFF2-40B4-BE49-F238E27FC236}">
                    <a16:creationId xmlns:a16="http://schemas.microsoft.com/office/drawing/2014/main" id="{CEE46D69-7B6E-4033-9F52-F87603FD3DC4}"/>
                  </a:ext>
                </a:extLst>
              </p:cNvPr>
              <p:cNvSpPr/>
              <p:nvPr/>
            </p:nvSpPr>
            <p:spPr>
              <a:xfrm>
                <a:off x="11143981" y="639857"/>
                <a:ext cx="357630" cy="357630"/>
              </a:xfrm>
              <a:custGeom>
                <a:avLst/>
                <a:gdLst>
                  <a:gd name="connsiteX0" fmla="*/ 358113 w 357629"/>
                  <a:gd name="connsiteY0" fmla="*/ 0 h 357629"/>
                  <a:gd name="connsiteX1" fmla="*/ 358113 w 357629"/>
                  <a:gd name="connsiteY1" fmla="*/ 179540 h 357629"/>
                  <a:gd name="connsiteX2" fmla="*/ 179057 w 357629"/>
                  <a:gd name="connsiteY2" fmla="*/ 359080 h 357629"/>
                  <a:gd name="connsiteX3" fmla="*/ 0 w 357629"/>
                  <a:gd name="connsiteY3" fmla="*/ 179540 h 357629"/>
                  <a:gd name="connsiteX4" fmla="*/ 0 w 357629"/>
                  <a:gd name="connsiteY4" fmla="*/ 0 h 357629"/>
                  <a:gd name="connsiteX5" fmla="*/ 90857 w 357629"/>
                  <a:gd name="connsiteY5" fmla="*/ 0 h 357629"/>
                  <a:gd name="connsiteX6" fmla="*/ 90857 w 357629"/>
                  <a:gd name="connsiteY6" fmla="*/ 171807 h 357629"/>
                  <a:gd name="connsiteX7" fmla="*/ 179057 w 357629"/>
                  <a:gd name="connsiteY7" fmla="*/ 265323 h 357629"/>
                  <a:gd name="connsiteX8" fmla="*/ 267256 w 357629"/>
                  <a:gd name="connsiteY8" fmla="*/ 171807 h 357629"/>
                  <a:gd name="connsiteX9" fmla="*/ 267256 w 357629"/>
                  <a:gd name="connsiteY9" fmla="*/ 0 h 357629"/>
                  <a:gd name="connsiteX10" fmla="*/ 358113 w 357629"/>
                  <a:gd name="connsiteY10" fmla="*/ 0 h 35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7" name="Freihandform: Form 66">
                <a:extLst>
                  <a:ext uri="{FF2B5EF4-FFF2-40B4-BE49-F238E27FC236}">
                    <a16:creationId xmlns:a16="http://schemas.microsoft.com/office/drawing/2014/main" id="{BDAE65FC-F144-4EB4-BDE1-439A96EEE0C4}"/>
                  </a:ext>
                </a:extLst>
              </p:cNvPr>
              <p:cNvSpPr/>
              <p:nvPr/>
            </p:nvSpPr>
            <p:spPr>
              <a:xfrm>
                <a:off x="10321916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 dirty="0"/>
              </a:p>
            </p:txBody>
          </p:sp>
          <p:sp>
            <p:nvSpPr>
              <p:cNvPr id="68" name="Freihandform: Form 67">
                <a:extLst>
                  <a:ext uri="{FF2B5EF4-FFF2-40B4-BE49-F238E27FC236}">
                    <a16:creationId xmlns:a16="http://schemas.microsoft.com/office/drawing/2014/main" id="{D3DBEDEF-DBC0-4148-9FDD-21C8CA8A0A9D}"/>
                  </a:ext>
                </a:extLst>
              </p:cNvPr>
              <p:cNvSpPr/>
              <p:nvPr/>
            </p:nvSpPr>
            <p:spPr>
              <a:xfrm>
                <a:off x="10734399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9" name="Freihandform: Form 68">
                <a:extLst>
                  <a:ext uri="{FF2B5EF4-FFF2-40B4-BE49-F238E27FC236}">
                    <a16:creationId xmlns:a16="http://schemas.microsoft.com/office/drawing/2014/main" id="{32B50B26-A8AC-4560-90A5-3EA0F8790ACA}"/>
                  </a:ext>
                </a:extLst>
              </p:cNvPr>
              <p:cNvSpPr/>
              <p:nvPr/>
            </p:nvSpPr>
            <p:spPr>
              <a:xfrm>
                <a:off x="104640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0" name="Freihandform: Form 69">
                <a:extLst>
                  <a:ext uri="{FF2B5EF4-FFF2-40B4-BE49-F238E27FC236}">
                    <a16:creationId xmlns:a16="http://schemas.microsoft.com/office/drawing/2014/main" id="{E672BC32-FFA3-4CA6-A563-DD6F9BC119AB}"/>
                  </a:ext>
                </a:extLst>
              </p:cNvPr>
              <p:cNvSpPr/>
              <p:nvPr/>
            </p:nvSpPr>
            <p:spPr>
              <a:xfrm>
                <a:off x="10610678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1" name="Freihandform: Form 70">
                <a:extLst>
                  <a:ext uri="{FF2B5EF4-FFF2-40B4-BE49-F238E27FC236}">
                    <a16:creationId xmlns:a16="http://schemas.microsoft.com/office/drawing/2014/main" id="{9D229350-21C3-418C-96E5-56B9BC682764}"/>
                  </a:ext>
                </a:extLst>
              </p:cNvPr>
              <p:cNvSpPr/>
              <p:nvPr/>
            </p:nvSpPr>
            <p:spPr>
              <a:xfrm>
                <a:off x="109497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44" name="Freihandform: Form 43">
              <a:extLst>
                <a:ext uri="{FF2B5EF4-FFF2-40B4-BE49-F238E27FC236}">
                  <a16:creationId xmlns:a16="http://schemas.microsoft.com/office/drawing/2014/main" id="{3B2C3CB2-9BD9-4C7F-A03D-9FAC1547D206}"/>
                </a:ext>
              </a:extLst>
            </p:cNvPr>
            <p:cNvSpPr/>
            <p:nvPr/>
          </p:nvSpPr>
          <p:spPr>
            <a:xfrm>
              <a:off x="10322158" y="1089069"/>
              <a:ext cx="57994" cy="77325"/>
            </a:xfrm>
            <a:custGeom>
              <a:avLst/>
              <a:gdLst>
                <a:gd name="connsiteX0" fmla="*/ 49053 w 57994"/>
                <a:gd name="connsiteY0" fmla="*/ 0 h 77325"/>
                <a:gd name="connsiteX1" fmla="*/ 49053 w 57994"/>
                <a:gd name="connsiteY1" fmla="*/ 34071 h 77325"/>
                <a:gd name="connsiteX2" fmla="*/ 10149 w 57994"/>
                <a:gd name="connsiteY2" fmla="*/ 34071 h 77325"/>
                <a:gd name="connsiteX3" fmla="*/ 10149 w 57994"/>
                <a:gd name="connsiteY3" fmla="*/ 0 h 77325"/>
                <a:gd name="connsiteX4" fmla="*/ 0 w 57994"/>
                <a:gd name="connsiteY4" fmla="*/ 0 h 77325"/>
                <a:gd name="connsiteX5" fmla="*/ 0 w 57994"/>
                <a:gd name="connsiteY5" fmla="*/ 78292 h 77325"/>
                <a:gd name="connsiteX6" fmla="*/ 10149 w 57994"/>
                <a:gd name="connsiteY6" fmla="*/ 78292 h 77325"/>
                <a:gd name="connsiteX7" fmla="*/ 10149 w 57994"/>
                <a:gd name="connsiteY7" fmla="*/ 40837 h 77325"/>
                <a:gd name="connsiteX8" fmla="*/ 49053 w 57994"/>
                <a:gd name="connsiteY8" fmla="*/ 40837 h 77325"/>
                <a:gd name="connsiteX9" fmla="*/ 49053 w 57994"/>
                <a:gd name="connsiteY9" fmla="*/ 78292 h 77325"/>
                <a:gd name="connsiteX10" fmla="*/ 58961 w 57994"/>
                <a:gd name="connsiteY10" fmla="*/ 78292 h 77325"/>
                <a:gd name="connsiteX11" fmla="*/ 58961 w 57994"/>
                <a:gd name="connsiteY11" fmla="*/ 0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45" name="Freihandform: Form 44">
              <a:extLst>
                <a:ext uri="{FF2B5EF4-FFF2-40B4-BE49-F238E27FC236}">
                  <a16:creationId xmlns:a16="http://schemas.microsoft.com/office/drawing/2014/main" id="{C34D53EC-E9A8-4321-AADF-45F3327CFD78}"/>
                </a:ext>
              </a:extLst>
            </p:cNvPr>
            <p:cNvSpPr/>
            <p:nvPr/>
          </p:nvSpPr>
          <p:spPr>
            <a:xfrm>
              <a:off x="10399483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6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46" name="Freihandform: Form 45">
              <a:extLst>
                <a:ext uri="{FF2B5EF4-FFF2-40B4-BE49-F238E27FC236}">
                  <a16:creationId xmlns:a16="http://schemas.microsoft.com/office/drawing/2014/main" id="{43A49C16-A28B-4031-A77C-89AAA332D02C}"/>
                </a:ext>
              </a:extLst>
            </p:cNvPr>
            <p:cNvSpPr/>
            <p:nvPr/>
          </p:nvSpPr>
          <p:spPr>
            <a:xfrm>
              <a:off x="104654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47" name="Grafik 9">
              <a:extLst>
                <a:ext uri="{FF2B5EF4-FFF2-40B4-BE49-F238E27FC236}">
                  <a16:creationId xmlns:a16="http://schemas.microsoft.com/office/drawing/2014/main" id="{6648D76C-F5E6-4559-8E7C-C8AC6A349ECC}"/>
                </a:ext>
              </a:extLst>
            </p:cNvPr>
            <p:cNvGrpSpPr/>
            <p:nvPr/>
          </p:nvGrpSpPr>
          <p:grpSpPr>
            <a:xfrm>
              <a:off x="10496140" y="1110575"/>
              <a:ext cx="101490" cy="55578"/>
              <a:chOff x="10496140" y="1110575"/>
              <a:chExt cx="101490" cy="55578"/>
            </a:xfrm>
            <a:solidFill>
              <a:srgbClr val="000000"/>
            </a:solidFill>
          </p:grpSpPr>
          <p:sp>
            <p:nvSpPr>
              <p:cNvPr id="64" name="Freihandform: Form 63">
                <a:extLst>
                  <a:ext uri="{FF2B5EF4-FFF2-40B4-BE49-F238E27FC236}">
                    <a16:creationId xmlns:a16="http://schemas.microsoft.com/office/drawing/2014/main" id="{72294CCB-ECFF-408E-9DE3-9CFD213367BB}"/>
                  </a:ext>
                </a:extLst>
              </p:cNvPr>
              <p:cNvSpPr/>
              <p:nvPr/>
            </p:nvSpPr>
            <p:spPr>
              <a:xfrm>
                <a:off x="104961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5" name="Freihandform: Form 64">
                <a:extLst>
                  <a:ext uri="{FF2B5EF4-FFF2-40B4-BE49-F238E27FC236}">
                    <a16:creationId xmlns:a16="http://schemas.microsoft.com/office/drawing/2014/main" id="{8C858B51-A8C9-432A-9282-705400CDA1E4}"/>
                  </a:ext>
                </a:extLst>
              </p:cNvPr>
              <p:cNvSpPr/>
              <p:nvPr/>
            </p:nvSpPr>
            <p:spPr>
              <a:xfrm>
                <a:off x="10562833" y="1110816"/>
                <a:ext cx="33830" cy="55578"/>
              </a:xfrm>
              <a:custGeom>
                <a:avLst/>
                <a:gdLst>
                  <a:gd name="connsiteX0" fmla="*/ 1208 w 33829"/>
                  <a:gd name="connsiteY0" fmla="*/ 56544 h 55577"/>
                  <a:gd name="connsiteX1" fmla="*/ 10632 w 33829"/>
                  <a:gd name="connsiteY1" fmla="*/ 56544 h 55577"/>
                  <a:gd name="connsiteX2" fmla="*/ 10632 w 33829"/>
                  <a:gd name="connsiteY2" fmla="*/ 29964 h 55577"/>
                  <a:gd name="connsiteX3" fmla="*/ 10874 w 33829"/>
                  <a:gd name="connsiteY3" fmla="*/ 24406 h 55577"/>
                  <a:gd name="connsiteX4" fmla="*/ 11599 w 33829"/>
                  <a:gd name="connsiteY4" fmla="*/ 19090 h 55577"/>
                  <a:gd name="connsiteX5" fmla="*/ 15707 w 33829"/>
                  <a:gd name="connsiteY5" fmla="*/ 10391 h 55577"/>
                  <a:gd name="connsiteX6" fmla="*/ 21748 w 33829"/>
                  <a:gd name="connsiteY6" fmla="*/ 7008 h 55577"/>
                  <a:gd name="connsiteX7" fmla="*/ 27789 w 33829"/>
                  <a:gd name="connsiteY7" fmla="*/ 13049 h 55577"/>
                  <a:gd name="connsiteX8" fmla="*/ 36005 w 33829"/>
                  <a:gd name="connsiteY8" fmla="*/ 10149 h 55577"/>
                  <a:gd name="connsiteX9" fmla="*/ 34796 w 33829"/>
                  <a:gd name="connsiteY9" fmla="*/ 5316 h 55577"/>
                  <a:gd name="connsiteX10" fmla="*/ 32380 w 33829"/>
                  <a:gd name="connsiteY10" fmla="*/ 2175 h 55577"/>
                  <a:gd name="connsiteX11" fmla="*/ 28997 w 33829"/>
                  <a:gd name="connsiteY11" fmla="*/ 483 h 55577"/>
                  <a:gd name="connsiteX12" fmla="*/ 25614 w 33829"/>
                  <a:gd name="connsiteY12" fmla="*/ 0 h 55577"/>
                  <a:gd name="connsiteX13" fmla="*/ 16915 w 33829"/>
                  <a:gd name="connsiteY13" fmla="*/ 2658 h 55577"/>
                  <a:gd name="connsiteX14" fmla="*/ 10632 w 33829"/>
                  <a:gd name="connsiteY14" fmla="*/ 10149 h 55577"/>
                  <a:gd name="connsiteX15" fmla="*/ 9424 w 33829"/>
                  <a:gd name="connsiteY15" fmla="*/ 483 h 55577"/>
                  <a:gd name="connsiteX16" fmla="*/ 0 w 33829"/>
                  <a:gd name="connsiteY16" fmla="*/ 1450 h 55577"/>
                  <a:gd name="connsiteX17" fmla="*/ 242 w 33829"/>
                  <a:gd name="connsiteY17" fmla="*/ 3625 h 55577"/>
                  <a:gd name="connsiteX18" fmla="*/ 725 w 33829"/>
                  <a:gd name="connsiteY18" fmla="*/ 7249 h 55577"/>
                  <a:gd name="connsiteX19" fmla="*/ 967 w 33829"/>
                  <a:gd name="connsiteY19" fmla="*/ 11357 h 55577"/>
                  <a:gd name="connsiteX20" fmla="*/ 1208 w 33829"/>
                  <a:gd name="connsiteY20" fmla="*/ 15465 h 55577"/>
                  <a:gd name="connsiteX21" fmla="*/ 1208 w 33829"/>
                  <a:gd name="connsiteY21" fmla="*/ 56544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48" name="Freihandform: Form 47">
              <a:extLst>
                <a:ext uri="{FF2B5EF4-FFF2-40B4-BE49-F238E27FC236}">
                  <a16:creationId xmlns:a16="http://schemas.microsoft.com/office/drawing/2014/main" id="{850DEC09-33CF-46B7-8919-E68733DA60E2}"/>
                </a:ext>
              </a:extLst>
            </p:cNvPr>
            <p:cNvSpPr/>
            <p:nvPr/>
          </p:nvSpPr>
          <p:spPr>
            <a:xfrm>
              <a:off x="10612128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49" name="Grafik 9">
              <a:extLst>
                <a:ext uri="{FF2B5EF4-FFF2-40B4-BE49-F238E27FC236}">
                  <a16:creationId xmlns:a16="http://schemas.microsoft.com/office/drawing/2014/main" id="{76E6A984-C52F-41F6-89DA-473E7CC811C1}"/>
                </a:ext>
              </a:extLst>
            </p:cNvPr>
            <p:cNvGrpSpPr/>
            <p:nvPr/>
          </p:nvGrpSpPr>
          <p:grpSpPr>
            <a:xfrm>
              <a:off x="10639675" y="1081336"/>
              <a:ext cx="106322" cy="86991"/>
              <a:chOff x="10639675" y="1081336"/>
              <a:chExt cx="106322" cy="86991"/>
            </a:xfrm>
            <a:solidFill>
              <a:srgbClr val="000000"/>
            </a:solidFill>
          </p:grpSpPr>
          <p:sp>
            <p:nvSpPr>
              <p:cNvPr id="62" name="Freihandform: Form 61">
                <a:extLst>
                  <a:ext uri="{FF2B5EF4-FFF2-40B4-BE49-F238E27FC236}">
                    <a16:creationId xmlns:a16="http://schemas.microsoft.com/office/drawing/2014/main" id="{F56B1511-9094-47FA-A7FF-42BAE978C4B5}"/>
                  </a:ext>
                </a:extLst>
              </p:cNvPr>
              <p:cNvSpPr/>
              <p:nvPr/>
            </p:nvSpPr>
            <p:spPr>
              <a:xfrm>
                <a:off x="10639675" y="1110575"/>
                <a:ext cx="45912" cy="57994"/>
              </a:xfrm>
              <a:custGeom>
                <a:avLst/>
                <a:gdLst>
                  <a:gd name="connsiteX0" fmla="*/ 41804 w 45911"/>
                  <a:gd name="connsiteY0" fmla="*/ 44462 h 57994"/>
                  <a:gd name="connsiteX1" fmla="*/ 33830 w 45911"/>
                  <a:gd name="connsiteY1" fmla="*/ 50261 h 57994"/>
                  <a:gd name="connsiteX2" fmla="*/ 26581 w 45911"/>
                  <a:gd name="connsiteY2" fmla="*/ 51711 h 57994"/>
                  <a:gd name="connsiteX3" fmla="*/ 18848 w 45911"/>
                  <a:gd name="connsiteY3" fmla="*/ 50020 h 57994"/>
                  <a:gd name="connsiteX4" fmla="*/ 13774 w 45911"/>
                  <a:gd name="connsiteY4" fmla="*/ 45187 h 57994"/>
                  <a:gd name="connsiteX5" fmla="*/ 11116 w 45911"/>
                  <a:gd name="connsiteY5" fmla="*/ 38179 h 57994"/>
                  <a:gd name="connsiteX6" fmla="*/ 10391 w 45911"/>
                  <a:gd name="connsiteY6" fmla="*/ 30205 h 57994"/>
                  <a:gd name="connsiteX7" fmla="*/ 11357 w 45911"/>
                  <a:gd name="connsiteY7" fmla="*/ 21748 h 57994"/>
                  <a:gd name="connsiteX8" fmla="*/ 14257 w 45911"/>
                  <a:gd name="connsiteY8" fmla="*/ 14015 h 57994"/>
                  <a:gd name="connsiteX9" fmla="*/ 19331 w 45911"/>
                  <a:gd name="connsiteY9" fmla="*/ 8457 h 57994"/>
                  <a:gd name="connsiteX10" fmla="*/ 26822 w 45911"/>
                  <a:gd name="connsiteY10" fmla="*/ 6283 h 57994"/>
                  <a:gd name="connsiteX11" fmla="*/ 34555 w 45911"/>
                  <a:gd name="connsiteY11" fmla="*/ 7733 h 57994"/>
                  <a:gd name="connsiteX12" fmla="*/ 39629 w 45911"/>
                  <a:gd name="connsiteY12" fmla="*/ 11599 h 57994"/>
                  <a:gd name="connsiteX13" fmla="*/ 44462 w 45911"/>
                  <a:gd name="connsiteY13" fmla="*/ 4350 h 57994"/>
                  <a:gd name="connsiteX14" fmla="*/ 36488 w 45911"/>
                  <a:gd name="connsiteY14" fmla="*/ 967 h 57994"/>
                  <a:gd name="connsiteX15" fmla="*/ 28030 w 45911"/>
                  <a:gd name="connsiteY15" fmla="*/ 0 h 57994"/>
                  <a:gd name="connsiteX16" fmla="*/ 16432 w 45911"/>
                  <a:gd name="connsiteY16" fmla="*/ 2175 h 57994"/>
                  <a:gd name="connsiteX17" fmla="*/ 7491 w 45911"/>
                  <a:gd name="connsiteY17" fmla="*/ 8216 h 57994"/>
                  <a:gd name="connsiteX18" fmla="*/ 1933 w 45911"/>
                  <a:gd name="connsiteY18" fmla="*/ 17640 h 57994"/>
                  <a:gd name="connsiteX19" fmla="*/ 0 w 45911"/>
                  <a:gd name="connsiteY19" fmla="*/ 29722 h 57994"/>
                  <a:gd name="connsiteX20" fmla="*/ 7008 w 45911"/>
                  <a:gd name="connsiteY20" fmla="*/ 50986 h 57994"/>
                  <a:gd name="connsiteX21" fmla="*/ 26581 w 45911"/>
                  <a:gd name="connsiteY21" fmla="*/ 58236 h 57994"/>
                  <a:gd name="connsiteX22" fmla="*/ 31172 w 45911"/>
                  <a:gd name="connsiteY22" fmla="*/ 57752 h 57994"/>
                  <a:gd name="connsiteX23" fmla="*/ 36246 w 45911"/>
                  <a:gd name="connsiteY23" fmla="*/ 56303 h 57994"/>
                  <a:gd name="connsiteX24" fmla="*/ 41321 w 45911"/>
                  <a:gd name="connsiteY24" fmla="*/ 53403 h 57994"/>
                  <a:gd name="connsiteX25" fmla="*/ 46154 w 45911"/>
                  <a:gd name="connsiteY25" fmla="*/ 48328 h 57994"/>
                  <a:gd name="connsiteX26" fmla="*/ 41804 w 45911"/>
                  <a:gd name="connsiteY26" fmla="*/ 44462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3" name="Freihandform: Form 62">
                <a:extLst>
                  <a:ext uri="{FF2B5EF4-FFF2-40B4-BE49-F238E27FC236}">
                    <a16:creationId xmlns:a16="http://schemas.microsoft.com/office/drawing/2014/main" id="{471AA2D1-C758-44FC-9F5A-F60912B8F482}"/>
                  </a:ext>
                </a:extLst>
              </p:cNvPr>
              <p:cNvSpPr/>
              <p:nvPr/>
            </p:nvSpPr>
            <p:spPr>
              <a:xfrm>
                <a:off x="10699360" y="1081336"/>
                <a:ext cx="45912" cy="84575"/>
              </a:xfrm>
              <a:custGeom>
                <a:avLst/>
                <a:gdLst>
                  <a:gd name="connsiteX0" fmla="*/ 9907 w 45911"/>
                  <a:gd name="connsiteY0" fmla="*/ 0 h 84574"/>
                  <a:gd name="connsiteX1" fmla="*/ 0 w 45911"/>
                  <a:gd name="connsiteY1" fmla="*/ 0 h 84574"/>
                  <a:gd name="connsiteX2" fmla="*/ 0 w 45911"/>
                  <a:gd name="connsiteY2" fmla="*/ 86266 h 84574"/>
                  <a:gd name="connsiteX3" fmla="*/ 9907 w 45911"/>
                  <a:gd name="connsiteY3" fmla="*/ 86266 h 84574"/>
                  <a:gd name="connsiteX4" fmla="*/ 9907 w 45911"/>
                  <a:gd name="connsiteY4" fmla="*/ 55094 h 84574"/>
                  <a:gd name="connsiteX5" fmla="*/ 11116 w 45911"/>
                  <a:gd name="connsiteY5" fmla="*/ 47845 h 84574"/>
                  <a:gd name="connsiteX6" fmla="*/ 14499 w 45911"/>
                  <a:gd name="connsiteY6" fmla="*/ 42046 h 84574"/>
                  <a:gd name="connsiteX7" fmla="*/ 19331 w 45911"/>
                  <a:gd name="connsiteY7" fmla="*/ 38179 h 84574"/>
                  <a:gd name="connsiteX8" fmla="*/ 25614 w 45911"/>
                  <a:gd name="connsiteY8" fmla="*/ 36730 h 84574"/>
                  <a:gd name="connsiteX9" fmla="*/ 31655 w 45911"/>
                  <a:gd name="connsiteY9" fmla="*/ 37696 h 84574"/>
                  <a:gd name="connsiteX10" fmla="*/ 35280 w 45911"/>
                  <a:gd name="connsiteY10" fmla="*/ 40596 h 84574"/>
                  <a:gd name="connsiteX11" fmla="*/ 36971 w 45911"/>
                  <a:gd name="connsiteY11" fmla="*/ 45187 h 84574"/>
                  <a:gd name="connsiteX12" fmla="*/ 37454 w 45911"/>
                  <a:gd name="connsiteY12" fmla="*/ 51470 h 84574"/>
                  <a:gd name="connsiteX13" fmla="*/ 37454 w 45911"/>
                  <a:gd name="connsiteY13" fmla="*/ 86024 h 84574"/>
                  <a:gd name="connsiteX14" fmla="*/ 47362 w 45911"/>
                  <a:gd name="connsiteY14" fmla="*/ 86024 h 84574"/>
                  <a:gd name="connsiteX15" fmla="*/ 47362 w 45911"/>
                  <a:gd name="connsiteY15" fmla="*/ 51470 h 84574"/>
                  <a:gd name="connsiteX16" fmla="*/ 46879 w 45911"/>
                  <a:gd name="connsiteY16" fmla="*/ 43012 h 84574"/>
                  <a:gd name="connsiteX17" fmla="*/ 44704 w 45911"/>
                  <a:gd name="connsiteY17" fmla="*/ 36005 h 84574"/>
                  <a:gd name="connsiteX18" fmla="*/ 38904 w 45911"/>
                  <a:gd name="connsiteY18" fmla="*/ 31172 h 84574"/>
                  <a:gd name="connsiteX19" fmla="*/ 28272 w 45911"/>
                  <a:gd name="connsiteY19" fmla="*/ 29239 h 84574"/>
                  <a:gd name="connsiteX20" fmla="*/ 20781 w 45911"/>
                  <a:gd name="connsiteY20" fmla="*/ 30447 h 84574"/>
                  <a:gd name="connsiteX21" fmla="*/ 15465 w 45911"/>
                  <a:gd name="connsiteY21" fmla="*/ 33347 h 84574"/>
                  <a:gd name="connsiteX22" fmla="*/ 12082 w 45911"/>
                  <a:gd name="connsiteY22" fmla="*/ 36730 h 84574"/>
                  <a:gd name="connsiteX23" fmla="*/ 10149 w 45911"/>
                  <a:gd name="connsiteY23" fmla="*/ 39388 h 84574"/>
                  <a:gd name="connsiteX24" fmla="*/ 10149 w 45911"/>
                  <a:gd name="connsiteY24" fmla="*/ 0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54" name="Freihandform: Form 53">
              <a:extLst>
                <a:ext uri="{FF2B5EF4-FFF2-40B4-BE49-F238E27FC236}">
                  <a16:creationId xmlns:a16="http://schemas.microsoft.com/office/drawing/2014/main" id="{C9FFC4BE-782B-4407-ABB2-26B7AB219685}"/>
                </a:ext>
              </a:extLst>
            </p:cNvPr>
            <p:cNvSpPr/>
            <p:nvPr/>
          </p:nvSpPr>
          <p:spPr>
            <a:xfrm>
              <a:off x="10808824" y="1089069"/>
              <a:ext cx="57994" cy="77325"/>
            </a:xfrm>
            <a:custGeom>
              <a:avLst/>
              <a:gdLst>
                <a:gd name="connsiteX0" fmla="*/ 10149 w 57994"/>
                <a:gd name="connsiteY0" fmla="*/ 78292 h 77325"/>
                <a:gd name="connsiteX1" fmla="*/ 10149 w 57994"/>
                <a:gd name="connsiteY1" fmla="*/ 40837 h 77325"/>
                <a:gd name="connsiteX2" fmla="*/ 48812 w 57994"/>
                <a:gd name="connsiteY2" fmla="*/ 40837 h 77325"/>
                <a:gd name="connsiteX3" fmla="*/ 48812 w 57994"/>
                <a:gd name="connsiteY3" fmla="*/ 78292 h 77325"/>
                <a:gd name="connsiteX4" fmla="*/ 58961 w 57994"/>
                <a:gd name="connsiteY4" fmla="*/ 78292 h 77325"/>
                <a:gd name="connsiteX5" fmla="*/ 58961 w 57994"/>
                <a:gd name="connsiteY5" fmla="*/ 0 h 77325"/>
                <a:gd name="connsiteX6" fmla="*/ 48812 w 57994"/>
                <a:gd name="connsiteY6" fmla="*/ 0 h 77325"/>
                <a:gd name="connsiteX7" fmla="*/ 48812 w 57994"/>
                <a:gd name="connsiteY7" fmla="*/ 34071 h 77325"/>
                <a:gd name="connsiteX8" fmla="*/ 10149 w 57994"/>
                <a:gd name="connsiteY8" fmla="*/ 34071 h 77325"/>
                <a:gd name="connsiteX9" fmla="*/ 10149 w 57994"/>
                <a:gd name="connsiteY9" fmla="*/ 0 h 77325"/>
                <a:gd name="connsiteX10" fmla="*/ 0 w 57994"/>
                <a:gd name="connsiteY10" fmla="*/ 0 h 77325"/>
                <a:gd name="connsiteX11" fmla="*/ 0 w 57994"/>
                <a:gd name="connsiteY11" fmla="*/ 78292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55" name="Freihandform: Form 54">
              <a:extLst>
                <a:ext uri="{FF2B5EF4-FFF2-40B4-BE49-F238E27FC236}">
                  <a16:creationId xmlns:a16="http://schemas.microsoft.com/office/drawing/2014/main" id="{85558C76-36A1-4709-91E4-31D73F769E5E}"/>
                </a:ext>
              </a:extLst>
            </p:cNvPr>
            <p:cNvSpPr/>
            <p:nvPr/>
          </p:nvSpPr>
          <p:spPr>
            <a:xfrm>
              <a:off x="10886391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5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56" name="Freihandform: Form 55">
              <a:extLst>
                <a:ext uri="{FF2B5EF4-FFF2-40B4-BE49-F238E27FC236}">
                  <a16:creationId xmlns:a16="http://schemas.microsoft.com/office/drawing/2014/main" id="{14203DE1-A9F0-4D64-93D7-6F1193FCCD92}"/>
                </a:ext>
              </a:extLst>
            </p:cNvPr>
            <p:cNvSpPr/>
            <p:nvPr/>
          </p:nvSpPr>
          <p:spPr>
            <a:xfrm>
              <a:off x="109511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57" name="Grafik 9">
              <a:extLst>
                <a:ext uri="{FF2B5EF4-FFF2-40B4-BE49-F238E27FC236}">
                  <a16:creationId xmlns:a16="http://schemas.microsoft.com/office/drawing/2014/main" id="{C9404E57-FC61-463D-95D1-ADB8769BB660}"/>
                </a:ext>
              </a:extLst>
            </p:cNvPr>
            <p:cNvGrpSpPr/>
            <p:nvPr/>
          </p:nvGrpSpPr>
          <p:grpSpPr>
            <a:xfrm>
              <a:off x="10321916" y="1110575"/>
              <a:ext cx="1399106" cy="241642"/>
              <a:chOff x="10321916" y="1110575"/>
              <a:chExt cx="1399106" cy="241642"/>
            </a:xfrm>
            <a:solidFill>
              <a:schemeClr val="accent1"/>
            </a:solidFill>
          </p:grpSpPr>
          <p:sp>
            <p:nvSpPr>
              <p:cNvPr id="58" name="Freihandform: Form 57">
                <a:extLst>
                  <a:ext uri="{FF2B5EF4-FFF2-40B4-BE49-F238E27FC236}">
                    <a16:creationId xmlns:a16="http://schemas.microsoft.com/office/drawing/2014/main" id="{98FC7513-1A8D-48DA-B31B-27CFF283C2A7}"/>
                  </a:ext>
                </a:extLst>
              </p:cNvPr>
              <p:cNvSpPr/>
              <p:nvPr/>
            </p:nvSpPr>
            <p:spPr>
              <a:xfrm>
                <a:off x="109818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59" name="Freihandform: Form 58">
                <a:extLst>
                  <a:ext uri="{FF2B5EF4-FFF2-40B4-BE49-F238E27FC236}">
                    <a16:creationId xmlns:a16="http://schemas.microsoft.com/office/drawing/2014/main" id="{C99C6873-07A7-4B6A-8391-A221663427C6}"/>
                  </a:ext>
                </a:extLst>
              </p:cNvPr>
              <p:cNvSpPr/>
              <p:nvPr/>
            </p:nvSpPr>
            <p:spPr>
              <a:xfrm>
                <a:off x="11046358" y="1110575"/>
                <a:ext cx="48328" cy="57994"/>
              </a:xfrm>
              <a:custGeom>
                <a:avLst/>
                <a:gdLst>
                  <a:gd name="connsiteX0" fmla="*/ 9907 w 48328"/>
                  <a:gd name="connsiteY0" fmla="*/ 24647 h 57994"/>
                  <a:gd name="connsiteX1" fmla="*/ 11599 w 48328"/>
                  <a:gd name="connsiteY1" fmla="*/ 17640 h 57994"/>
                  <a:gd name="connsiteX2" fmla="*/ 14740 w 48328"/>
                  <a:gd name="connsiteY2" fmla="*/ 11840 h 57994"/>
                  <a:gd name="connsiteX3" fmla="*/ 19331 w 48328"/>
                  <a:gd name="connsiteY3" fmla="*/ 7733 h 57994"/>
                  <a:gd name="connsiteX4" fmla="*/ 25372 w 48328"/>
                  <a:gd name="connsiteY4" fmla="*/ 6283 h 57994"/>
                  <a:gd name="connsiteX5" fmla="*/ 33830 w 48328"/>
                  <a:gd name="connsiteY5" fmla="*/ 10874 h 57994"/>
                  <a:gd name="connsiteX6" fmla="*/ 36971 w 48328"/>
                  <a:gd name="connsiteY6" fmla="*/ 22956 h 57994"/>
                  <a:gd name="connsiteX7" fmla="*/ 36971 w 48328"/>
                  <a:gd name="connsiteY7" fmla="*/ 24889 h 57994"/>
                  <a:gd name="connsiteX8" fmla="*/ 9907 w 48328"/>
                  <a:gd name="connsiteY8" fmla="*/ 24889 h 57994"/>
                  <a:gd name="connsiteX9" fmla="*/ 9666 w 48328"/>
                  <a:gd name="connsiteY9" fmla="*/ 30930 h 57994"/>
                  <a:gd name="connsiteX10" fmla="*/ 47120 w 48328"/>
                  <a:gd name="connsiteY10" fmla="*/ 30930 h 57994"/>
                  <a:gd name="connsiteX11" fmla="*/ 47120 w 48328"/>
                  <a:gd name="connsiteY11" fmla="*/ 25372 h 57994"/>
                  <a:gd name="connsiteX12" fmla="*/ 46154 w 48328"/>
                  <a:gd name="connsiteY12" fmla="*/ 16190 h 57994"/>
                  <a:gd name="connsiteX13" fmla="*/ 42529 w 48328"/>
                  <a:gd name="connsiteY13" fmla="*/ 7974 h 57994"/>
                  <a:gd name="connsiteX14" fmla="*/ 35763 w 48328"/>
                  <a:gd name="connsiteY14" fmla="*/ 2175 h 57994"/>
                  <a:gd name="connsiteX15" fmla="*/ 25131 w 48328"/>
                  <a:gd name="connsiteY15" fmla="*/ 0 h 57994"/>
                  <a:gd name="connsiteX16" fmla="*/ 15223 w 48328"/>
                  <a:gd name="connsiteY16" fmla="*/ 2175 h 57994"/>
                  <a:gd name="connsiteX17" fmla="*/ 7249 w 48328"/>
                  <a:gd name="connsiteY17" fmla="*/ 8216 h 57994"/>
                  <a:gd name="connsiteX18" fmla="*/ 1933 w 48328"/>
                  <a:gd name="connsiteY18" fmla="*/ 17398 h 57994"/>
                  <a:gd name="connsiteX19" fmla="*/ 0 w 48328"/>
                  <a:gd name="connsiteY19" fmla="*/ 29239 h 57994"/>
                  <a:gd name="connsiteX20" fmla="*/ 6766 w 48328"/>
                  <a:gd name="connsiteY20" fmla="*/ 50986 h 57994"/>
                  <a:gd name="connsiteX21" fmla="*/ 26581 w 48328"/>
                  <a:gd name="connsiteY21" fmla="*/ 58477 h 57994"/>
                  <a:gd name="connsiteX22" fmla="*/ 38663 w 48328"/>
                  <a:gd name="connsiteY22" fmla="*/ 55819 h 57994"/>
                  <a:gd name="connsiteX23" fmla="*/ 48328 w 48328"/>
                  <a:gd name="connsiteY23" fmla="*/ 47845 h 57994"/>
                  <a:gd name="connsiteX24" fmla="*/ 44462 w 48328"/>
                  <a:gd name="connsiteY24" fmla="*/ 43737 h 57994"/>
                  <a:gd name="connsiteX25" fmla="*/ 35038 w 48328"/>
                  <a:gd name="connsiteY25" fmla="*/ 50261 h 57994"/>
                  <a:gd name="connsiteX26" fmla="*/ 27306 w 48328"/>
                  <a:gd name="connsiteY26" fmla="*/ 51711 h 57994"/>
                  <a:gd name="connsiteX27" fmla="*/ 14740 w 48328"/>
                  <a:gd name="connsiteY27" fmla="*/ 46395 h 57994"/>
                  <a:gd name="connsiteX28" fmla="*/ 9666 w 48328"/>
                  <a:gd name="connsiteY28" fmla="*/ 30930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0" name="Freihandform: Form 59">
                <a:extLst>
                  <a:ext uri="{FF2B5EF4-FFF2-40B4-BE49-F238E27FC236}">
                    <a16:creationId xmlns:a16="http://schemas.microsoft.com/office/drawing/2014/main" id="{E38E9FDA-632B-45E0-B5F5-238D39870ED1}"/>
                  </a:ext>
                </a:extLst>
              </p:cNvPr>
              <p:cNvSpPr/>
              <p:nvPr/>
            </p:nvSpPr>
            <p:spPr>
              <a:xfrm>
                <a:off x="10321916" y="1217139"/>
                <a:ext cx="1179212" cy="84575"/>
              </a:xfrm>
              <a:custGeom>
                <a:avLst/>
                <a:gdLst>
                  <a:gd name="connsiteX0" fmla="*/ 1181145 w 1179211"/>
                  <a:gd name="connsiteY0" fmla="*/ 2658 h 84574"/>
                  <a:gd name="connsiteX1" fmla="*/ 1176071 w 1179211"/>
                  <a:gd name="connsiteY1" fmla="*/ 725 h 84574"/>
                  <a:gd name="connsiteX2" fmla="*/ 1168580 w 1179211"/>
                  <a:gd name="connsiteY2" fmla="*/ 0 h 84574"/>
                  <a:gd name="connsiteX3" fmla="*/ 1158672 w 1179211"/>
                  <a:gd name="connsiteY3" fmla="*/ 1933 h 84574"/>
                  <a:gd name="connsiteX4" fmla="*/ 1151182 w 1179211"/>
                  <a:gd name="connsiteY4" fmla="*/ 8941 h 84574"/>
                  <a:gd name="connsiteX5" fmla="*/ 1148282 w 1179211"/>
                  <a:gd name="connsiteY5" fmla="*/ 16915 h 84574"/>
                  <a:gd name="connsiteX6" fmla="*/ 1147799 w 1179211"/>
                  <a:gd name="connsiteY6" fmla="*/ 25131 h 84574"/>
                  <a:gd name="connsiteX7" fmla="*/ 1147799 w 1179211"/>
                  <a:gd name="connsiteY7" fmla="*/ 29239 h 84574"/>
                  <a:gd name="connsiteX8" fmla="*/ 1137891 w 1179211"/>
                  <a:gd name="connsiteY8" fmla="*/ 29239 h 84574"/>
                  <a:gd name="connsiteX9" fmla="*/ 1137891 w 1179211"/>
                  <a:gd name="connsiteY9" fmla="*/ 35521 h 84574"/>
                  <a:gd name="connsiteX10" fmla="*/ 1147799 w 1179211"/>
                  <a:gd name="connsiteY10" fmla="*/ 35521 h 84574"/>
                  <a:gd name="connsiteX11" fmla="*/ 1147799 w 1179211"/>
                  <a:gd name="connsiteY11" fmla="*/ 84333 h 84574"/>
                  <a:gd name="connsiteX12" fmla="*/ 1157223 w 1179211"/>
                  <a:gd name="connsiteY12" fmla="*/ 84333 h 84574"/>
                  <a:gd name="connsiteX13" fmla="*/ 1157223 w 1179211"/>
                  <a:gd name="connsiteY13" fmla="*/ 35280 h 84574"/>
                  <a:gd name="connsiteX14" fmla="*/ 1172446 w 1179211"/>
                  <a:gd name="connsiteY14" fmla="*/ 35280 h 84574"/>
                  <a:gd name="connsiteX15" fmla="*/ 1172446 w 1179211"/>
                  <a:gd name="connsiteY15" fmla="*/ 28997 h 84574"/>
                  <a:gd name="connsiteX16" fmla="*/ 1157223 w 1179211"/>
                  <a:gd name="connsiteY16" fmla="*/ 28997 h 84574"/>
                  <a:gd name="connsiteX17" fmla="*/ 1157223 w 1179211"/>
                  <a:gd name="connsiteY17" fmla="*/ 25372 h 84574"/>
                  <a:gd name="connsiteX18" fmla="*/ 1157464 w 1179211"/>
                  <a:gd name="connsiteY18" fmla="*/ 18606 h 84574"/>
                  <a:gd name="connsiteX19" fmla="*/ 1158672 w 1179211"/>
                  <a:gd name="connsiteY19" fmla="*/ 12324 h 84574"/>
                  <a:gd name="connsiteX20" fmla="*/ 1161572 w 1179211"/>
                  <a:gd name="connsiteY20" fmla="*/ 7733 h 84574"/>
                  <a:gd name="connsiteX21" fmla="*/ 1167130 w 1179211"/>
                  <a:gd name="connsiteY21" fmla="*/ 5799 h 84574"/>
                  <a:gd name="connsiteX22" fmla="*/ 1173413 w 1179211"/>
                  <a:gd name="connsiteY22" fmla="*/ 7008 h 84574"/>
                  <a:gd name="connsiteX23" fmla="*/ 1177762 w 1179211"/>
                  <a:gd name="connsiteY23" fmla="*/ 9666 h 84574"/>
                  <a:gd name="connsiteX24" fmla="*/ 1181145 w 1179211"/>
                  <a:gd name="connsiteY24" fmla="*/ 2658 h 84574"/>
                  <a:gd name="connsiteX25" fmla="*/ 1092946 w 1179211"/>
                  <a:gd name="connsiteY25" fmla="*/ 84091 h 84574"/>
                  <a:gd name="connsiteX26" fmla="*/ 1102370 w 1179211"/>
                  <a:gd name="connsiteY26" fmla="*/ 84091 h 84574"/>
                  <a:gd name="connsiteX27" fmla="*/ 1102370 w 1179211"/>
                  <a:gd name="connsiteY27" fmla="*/ 57511 h 84574"/>
                  <a:gd name="connsiteX28" fmla="*/ 1102612 w 1179211"/>
                  <a:gd name="connsiteY28" fmla="*/ 51953 h 84574"/>
                  <a:gd name="connsiteX29" fmla="*/ 1103337 w 1179211"/>
                  <a:gd name="connsiteY29" fmla="*/ 46637 h 84574"/>
                  <a:gd name="connsiteX30" fmla="*/ 1107444 w 1179211"/>
                  <a:gd name="connsiteY30" fmla="*/ 37938 h 84574"/>
                  <a:gd name="connsiteX31" fmla="*/ 1113485 w 1179211"/>
                  <a:gd name="connsiteY31" fmla="*/ 34555 h 84574"/>
                  <a:gd name="connsiteX32" fmla="*/ 1119526 w 1179211"/>
                  <a:gd name="connsiteY32" fmla="*/ 40596 h 84574"/>
                  <a:gd name="connsiteX33" fmla="*/ 1127742 w 1179211"/>
                  <a:gd name="connsiteY33" fmla="*/ 37696 h 84574"/>
                  <a:gd name="connsiteX34" fmla="*/ 1126534 w 1179211"/>
                  <a:gd name="connsiteY34" fmla="*/ 32863 h 84574"/>
                  <a:gd name="connsiteX35" fmla="*/ 1124118 w 1179211"/>
                  <a:gd name="connsiteY35" fmla="*/ 29722 h 84574"/>
                  <a:gd name="connsiteX36" fmla="*/ 1120735 w 1179211"/>
                  <a:gd name="connsiteY36" fmla="*/ 28030 h 84574"/>
                  <a:gd name="connsiteX37" fmla="*/ 1117352 w 1179211"/>
                  <a:gd name="connsiteY37" fmla="*/ 27547 h 84574"/>
                  <a:gd name="connsiteX38" fmla="*/ 1108653 w 1179211"/>
                  <a:gd name="connsiteY38" fmla="*/ 30205 h 84574"/>
                  <a:gd name="connsiteX39" fmla="*/ 1102370 w 1179211"/>
                  <a:gd name="connsiteY39" fmla="*/ 37696 h 84574"/>
                  <a:gd name="connsiteX40" fmla="*/ 1101162 w 1179211"/>
                  <a:gd name="connsiteY40" fmla="*/ 28272 h 84574"/>
                  <a:gd name="connsiteX41" fmla="*/ 1091738 w 1179211"/>
                  <a:gd name="connsiteY41" fmla="*/ 29239 h 84574"/>
                  <a:gd name="connsiteX42" fmla="*/ 1091979 w 1179211"/>
                  <a:gd name="connsiteY42" fmla="*/ 31413 h 84574"/>
                  <a:gd name="connsiteX43" fmla="*/ 1092463 w 1179211"/>
                  <a:gd name="connsiteY43" fmla="*/ 35038 h 84574"/>
                  <a:gd name="connsiteX44" fmla="*/ 1092704 w 1179211"/>
                  <a:gd name="connsiteY44" fmla="*/ 39146 h 84574"/>
                  <a:gd name="connsiteX45" fmla="*/ 1092946 w 1179211"/>
                  <a:gd name="connsiteY45" fmla="*/ 43254 h 84574"/>
                  <a:gd name="connsiteX46" fmla="*/ 1092946 w 1179211"/>
                  <a:gd name="connsiteY46" fmla="*/ 84091 h 84574"/>
                  <a:gd name="connsiteX47" fmla="*/ 1062016 w 1179211"/>
                  <a:gd name="connsiteY47" fmla="*/ 72251 h 84574"/>
                  <a:gd name="connsiteX48" fmla="*/ 1049934 w 1179211"/>
                  <a:gd name="connsiteY48" fmla="*/ 78292 h 84574"/>
                  <a:gd name="connsiteX49" fmla="*/ 1037852 w 1179211"/>
                  <a:gd name="connsiteY49" fmla="*/ 72251 h 84574"/>
                  <a:gd name="connsiteX50" fmla="*/ 1033502 w 1179211"/>
                  <a:gd name="connsiteY50" fmla="*/ 55819 h 84574"/>
                  <a:gd name="connsiteX51" fmla="*/ 1037852 w 1179211"/>
                  <a:gd name="connsiteY51" fmla="*/ 39629 h 84574"/>
                  <a:gd name="connsiteX52" fmla="*/ 1050175 w 1179211"/>
                  <a:gd name="connsiteY52" fmla="*/ 33588 h 84574"/>
                  <a:gd name="connsiteX53" fmla="*/ 1062499 w 1179211"/>
                  <a:gd name="connsiteY53" fmla="*/ 39629 h 84574"/>
                  <a:gd name="connsiteX54" fmla="*/ 1066849 w 1179211"/>
                  <a:gd name="connsiteY54" fmla="*/ 55819 h 84574"/>
                  <a:gd name="connsiteX55" fmla="*/ 1062016 w 1179211"/>
                  <a:gd name="connsiteY55" fmla="*/ 72251 h 84574"/>
                  <a:gd name="connsiteX56" fmla="*/ 1075306 w 1179211"/>
                  <a:gd name="connsiteY56" fmla="*/ 44462 h 84574"/>
                  <a:gd name="connsiteX57" fmla="*/ 1070232 w 1179211"/>
                  <a:gd name="connsiteY57" fmla="*/ 35280 h 84574"/>
                  <a:gd name="connsiteX58" fmla="*/ 1061774 w 1179211"/>
                  <a:gd name="connsiteY58" fmla="*/ 29480 h 84574"/>
                  <a:gd name="connsiteX59" fmla="*/ 1050175 w 1179211"/>
                  <a:gd name="connsiteY59" fmla="*/ 27306 h 84574"/>
                  <a:gd name="connsiteX60" fmla="*/ 1038576 w 1179211"/>
                  <a:gd name="connsiteY60" fmla="*/ 29480 h 84574"/>
                  <a:gd name="connsiteX61" fmla="*/ 1030119 w 1179211"/>
                  <a:gd name="connsiteY61" fmla="*/ 35280 h 84574"/>
                  <a:gd name="connsiteX62" fmla="*/ 1024803 w 1179211"/>
                  <a:gd name="connsiteY62" fmla="*/ 44462 h 84574"/>
                  <a:gd name="connsiteX63" fmla="*/ 1023111 w 1179211"/>
                  <a:gd name="connsiteY63" fmla="*/ 56303 h 84574"/>
                  <a:gd name="connsiteX64" fmla="*/ 1025286 w 1179211"/>
                  <a:gd name="connsiteY64" fmla="*/ 68626 h 84574"/>
                  <a:gd name="connsiteX65" fmla="*/ 1031086 w 1179211"/>
                  <a:gd name="connsiteY65" fmla="*/ 77809 h 84574"/>
                  <a:gd name="connsiteX66" fmla="*/ 1039785 w 1179211"/>
                  <a:gd name="connsiteY66" fmla="*/ 83608 h 84574"/>
                  <a:gd name="connsiteX67" fmla="*/ 1050417 w 1179211"/>
                  <a:gd name="connsiteY67" fmla="*/ 85783 h 84574"/>
                  <a:gd name="connsiteX68" fmla="*/ 1061049 w 1179211"/>
                  <a:gd name="connsiteY68" fmla="*/ 83608 h 84574"/>
                  <a:gd name="connsiteX69" fmla="*/ 1069748 w 1179211"/>
                  <a:gd name="connsiteY69" fmla="*/ 77809 h 84574"/>
                  <a:gd name="connsiteX70" fmla="*/ 1075548 w 1179211"/>
                  <a:gd name="connsiteY70" fmla="*/ 68626 h 84574"/>
                  <a:gd name="connsiteX71" fmla="*/ 1077722 w 1179211"/>
                  <a:gd name="connsiteY71" fmla="*/ 56303 h 84574"/>
                  <a:gd name="connsiteX72" fmla="*/ 1075306 w 1179211"/>
                  <a:gd name="connsiteY72" fmla="*/ 44462 h 84574"/>
                  <a:gd name="connsiteX73" fmla="*/ 998464 w 1179211"/>
                  <a:gd name="connsiteY73" fmla="*/ 84816 h 84574"/>
                  <a:gd name="connsiteX74" fmla="*/ 1007888 w 1179211"/>
                  <a:gd name="connsiteY74" fmla="*/ 83850 h 84574"/>
                  <a:gd name="connsiteX75" fmla="*/ 1007646 w 1179211"/>
                  <a:gd name="connsiteY75" fmla="*/ 81675 h 84574"/>
                  <a:gd name="connsiteX76" fmla="*/ 1007163 w 1179211"/>
                  <a:gd name="connsiteY76" fmla="*/ 78050 h 84574"/>
                  <a:gd name="connsiteX77" fmla="*/ 1006921 w 1179211"/>
                  <a:gd name="connsiteY77" fmla="*/ 73942 h 84574"/>
                  <a:gd name="connsiteX78" fmla="*/ 1006680 w 1179211"/>
                  <a:gd name="connsiteY78" fmla="*/ 69834 h 84574"/>
                  <a:gd name="connsiteX79" fmla="*/ 1006680 w 1179211"/>
                  <a:gd name="connsiteY79" fmla="*/ 483 h 84574"/>
                  <a:gd name="connsiteX80" fmla="*/ 997497 w 1179211"/>
                  <a:gd name="connsiteY80" fmla="*/ 483 h 84574"/>
                  <a:gd name="connsiteX81" fmla="*/ 997497 w 1179211"/>
                  <a:gd name="connsiteY81" fmla="*/ 36730 h 84574"/>
                  <a:gd name="connsiteX82" fmla="*/ 990973 w 1179211"/>
                  <a:gd name="connsiteY82" fmla="*/ 29964 h 84574"/>
                  <a:gd name="connsiteX83" fmla="*/ 980341 w 1179211"/>
                  <a:gd name="connsiteY83" fmla="*/ 27064 h 84574"/>
                  <a:gd name="connsiteX84" fmla="*/ 970675 w 1179211"/>
                  <a:gd name="connsiteY84" fmla="*/ 28997 h 84574"/>
                  <a:gd name="connsiteX85" fmla="*/ 962701 w 1179211"/>
                  <a:gd name="connsiteY85" fmla="*/ 34555 h 84574"/>
                  <a:gd name="connsiteX86" fmla="*/ 957385 w 1179211"/>
                  <a:gd name="connsiteY86" fmla="*/ 43737 h 84574"/>
                  <a:gd name="connsiteX87" fmla="*/ 955452 w 1179211"/>
                  <a:gd name="connsiteY87" fmla="*/ 56544 h 84574"/>
                  <a:gd name="connsiteX88" fmla="*/ 956902 w 1179211"/>
                  <a:gd name="connsiteY88" fmla="*/ 67660 h 84574"/>
                  <a:gd name="connsiteX89" fmla="*/ 961251 w 1179211"/>
                  <a:gd name="connsiteY89" fmla="*/ 76842 h 84574"/>
                  <a:gd name="connsiteX90" fmla="*/ 968742 w 1179211"/>
                  <a:gd name="connsiteY90" fmla="*/ 83125 h 84574"/>
                  <a:gd name="connsiteX91" fmla="*/ 979616 w 1179211"/>
                  <a:gd name="connsiteY91" fmla="*/ 85300 h 84574"/>
                  <a:gd name="connsiteX92" fmla="*/ 986623 w 1179211"/>
                  <a:gd name="connsiteY92" fmla="*/ 84091 h 84574"/>
                  <a:gd name="connsiteX93" fmla="*/ 991698 w 1179211"/>
                  <a:gd name="connsiteY93" fmla="*/ 81433 h 84574"/>
                  <a:gd name="connsiteX94" fmla="*/ 995081 w 1179211"/>
                  <a:gd name="connsiteY94" fmla="*/ 78050 h 84574"/>
                  <a:gd name="connsiteX95" fmla="*/ 997014 w 1179211"/>
                  <a:gd name="connsiteY95" fmla="*/ 74909 h 84574"/>
                  <a:gd name="connsiteX96" fmla="*/ 998464 w 1179211"/>
                  <a:gd name="connsiteY96" fmla="*/ 84816 h 84574"/>
                  <a:gd name="connsiteX97" fmla="*/ 996048 w 1179211"/>
                  <a:gd name="connsiteY97" fmla="*/ 67660 h 84574"/>
                  <a:gd name="connsiteX98" fmla="*/ 991456 w 1179211"/>
                  <a:gd name="connsiteY98" fmla="*/ 74667 h 84574"/>
                  <a:gd name="connsiteX99" fmla="*/ 985657 w 1179211"/>
                  <a:gd name="connsiteY99" fmla="*/ 78050 h 84574"/>
                  <a:gd name="connsiteX100" fmla="*/ 980582 w 1179211"/>
                  <a:gd name="connsiteY100" fmla="*/ 78775 h 84574"/>
                  <a:gd name="connsiteX101" fmla="*/ 974058 w 1179211"/>
                  <a:gd name="connsiteY101" fmla="*/ 77084 h 84574"/>
                  <a:gd name="connsiteX102" fmla="*/ 969467 w 1179211"/>
                  <a:gd name="connsiteY102" fmla="*/ 72493 h 84574"/>
                  <a:gd name="connsiteX103" fmla="*/ 966809 w 1179211"/>
                  <a:gd name="connsiteY103" fmla="*/ 65243 h 84574"/>
                  <a:gd name="connsiteX104" fmla="*/ 965842 w 1179211"/>
                  <a:gd name="connsiteY104" fmla="*/ 56303 h 84574"/>
                  <a:gd name="connsiteX105" fmla="*/ 967051 w 1179211"/>
                  <a:gd name="connsiteY105" fmla="*/ 47362 h 84574"/>
                  <a:gd name="connsiteX106" fmla="*/ 970192 w 1179211"/>
                  <a:gd name="connsiteY106" fmla="*/ 40354 h 84574"/>
                  <a:gd name="connsiteX107" fmla="*/ 975266 w 1179211"/>
                  <a:gd name="connsiteY107" fmla="*/ 36005 h 84574"/>
                  <a:gd name="connsiteX108" fmla="*/ 981549 w 1179211"/>
                  <a:gd name="connsiteY108" fmla="*/ 34555 h 84574"/>
                  <a:gd name="connsiteX109" fmla="*/ 987832 w 1179211"/>
                  <a:gd name="connsiteY109" fmla="*/ 35763 h 84574"/>
                  <a:gd name="connsiteX110" fmla="*/ 992906 w 1179211"/>
                  <a:gd name="connsiteY110" fmla="*/ 39629 h 84574"/>
                  <a:gd name="connsiteX111" fmla="*/ 996531 w 1179211"/>
                  <a:gd name="connsiteY111" fmla="*/ 46395 h 84574"/>
                  <a:gd name="connsiteX112" fmla="*/ 997739 w 1179211"/>
                  <a:gd name="connsiteY112" fmla="*/ 56061 h 84574"/>
                  <a:gd name="connsiteX113" fmla="*/ 996048 w 1179211"/>
                  <a:gd name="connsiteY113" fmla="*/ 67660 h 84574"/>
                  <a:gd name="connsiteX114" fmla="*/ 938537 w 1179211"/>
                  <a:gd name="connsiteY114" fmla="*/ 725 h 84574"/>
                  <a:gd name="connsiteX115" fmla="*/ 928629 w 1179211"/>
                  <a:gd name="connsiteY115" fmla="*/ 725 h 84574"/>
                  <a:gd name="connsiteX116" fmla="*/ 928629 w 1179211"/>
                  <a:gd name="connsiteY116" fmla="*/ 84333 h 84574"/>
                  <a:gd name="connsiteX117" fmla="*/ 938537 w 1179211"/>
                  <a:gd name="connsiteY117" fmla="*/ 84333 h 84574"/>
                  <a:gd name="connsiteX118" fmla="*/ 938537 w 1179211"/>
                  <a:gd name="connsiteY118" fmla="*/ 725 h 84574"/>
                  <a:gd name="connsiteX119" fmla="*/ 897699 w 1179211"/>
                  <a:gd name="connsiteY119" fmla="*/ 38179 h 84574"/>
                  <a:gd name="connsiteX120" fmla="*/ 900841 w 1179211"/>
                  <a:gd name="connsiteY120" fmla="*/ 50262 h 84574"/>
                  <a:gd name="connsiteX121" fmla="*/ 900841 w 1179211"/>
                  <a:gd name="connsiteY121" fmla="*/ 52195 h 84574"/>
                  <a:gd name="connsiteX122" fmla="*/ 873535 w 1179211"/>
                  <a:gd name="connsiteY122" fmla="*/ 52195 h 84574"/>
                  <a:gd name="connsiteX123" fmla="*/ 875227 w 1179211"/>
                  <a:gd name="connsiteY123" fmla="*/ 45187 h 84574"/>
                  <a:gd name="connsiteX124" fmla="*/ 878368 w 1179211"/>
                  <a:gd name="connsiteY124" fmla="*/ 39388 h 84574"/>
                  <a:gd name="connsiteX125" fmla="*/ 882959 w 1179211"/>
                  <a:gd name="connsiteY125" fmla="*/ 35280 h 84574"/>
                  <a:gd name="connsiteX126" fmla="*/ 889000 w 1179211"/>
                  <a:gd name="connsiteY126" fmla="*/ 33830 h 84574"/>
                  <a:gd name="connsiteX127" fmla="*/ 897699 w 1179211"/>
                  <a:gd name="connsiteY127" fmla="*/ 38179 h 84574"/>
                  <a:gd name="connsiteX128" fmla="*/ 910748 w 1179211"/>
                  <a:gd name="connsiteY128" fmla="*/ 58236 h 84574"/>
                  <a:gd name="connsiteX129" fmla="*/ 910748 w 1179211"/>
                  <a:gd name="connsiteY129" fmla="*/ 52678 h 84574"/>
                  <a:gd name="connsiteX130" fmla="*/ 909781 w 1179211"/>
                  <a:gd name="connsiteY130" fmla="*/ 43496 h 84574"/>
                  <a:gd name="connsiteX131" fmla="*/ 906157 w 1179211"/>
                  <a:gd name="connsiteY131" fmla="*/ 35280 h 84574"/>
                  <a:gd name="connsiteX132" fmla="*/ 899391 w 1179211"/>
                  <a:gd name="connsiteY132" fmla="*/ 29480 h 84574"/>
                  <a:gd name="connsiteX133" fmla="*/ 888759 w 1179211"/>
                  <a:gd name="connsiteY133" fmla="*/ 27306 h 84574"/>
                  <a:gd name="connsiteX134" fmla="*/ 878851 w 1179211"/>
                  <a:gd name="connsiteY134" fmla="*/ 29480 h 84574"/>
                  <a:gd name="connsiteX135" fmla="*/ 870877 w 1179211"/>
                  <a:gd name="connsiteY135" fmla="*/ 35521 h 84574"/>
                  <a:gd name="connsiteX136" fmla="*/ 865561 w 1179211"/>
                  <a:gd name="connsiteY136" fmla="*/ 44704 h 84574"/>
                  <a:gd name="connsiteX137" fmla="*/ 863628 w 1179211"/>
                  <a:gd name="connsiteY137" fmla="*/ 56544 h 84574"/>
                  <a:gd name="connsiteX138" fmla="*/ 870394 w 1179211"/>
                  <a:gd name="connsiteY138" fmla="*/ 78292 h 84574"/>
                  <a:gd name="connsiteX139" fmla="*/ 890208 w 1179211"/>
                  <a:gd name="connsiteY139" fmla="*/ 85783 h 84574"/>
                  <a:gd name="connsiteX140" fmla="*/ 902290 w 1179211"/>
                  <a:gd name="connsiteY140" fmla="*/ 83125 h 84574"/>
                  <a:gd name="connsiteX141" fmla="*/ 911956 w 1179211"/>
                  <a:gd name="connsiteY141" fmla="*/ 75151 h 84574"/>
                  <a:gd name="connsiteX142" fmla="*/ 908090 w 1179211"/>
                  <a:gd name="connsiteY142" fmla="*/ 71043 h 84574"/>
                  <a:gd name="connsiteX143" fmla="*/ 898666 w 1179211"/>
                  <a:gd name="connsiteY143" fmla="*/ 77567 h 84574"/>
                  <a:gd name="connsiteX144" fmla="*/ 890933 w 1179211"/>
                  <a:gd name="connsiteY144" fmla="*/ 79017 h 84574"/>
                  <a:gd name="connsiteX145" fmla="*/ 878368 w 1179211"/>
                  <a:gd name="connsiteY145" fmla="*/ 73701 h 84574"/>
                  <a:gd name="connsiteX146" fmla="*/ 873777 w 1179211"/>
                  <a:gd name="connsiteY146" fmla="*/ 58477 h 84574"/>
                  <a:gd name="connsiteX147" fmla="*/ 910748 w 1179211"/>
                  <a:gd name="connsiteY147" fmla="*/ 58477 h 84574"/>
                  <a:gd name="connsiteX148" fmla="*/ 848404 w 1179211"/>
                  <a:gd name="connsiteY148" fmla="*/ 61377 h 84574"/>
                  <a:gd name="connsiteX149" fmla="*/ 844296 w 1179211"/>
                  <a:gd name="connsiteY149" fmla="*/ 56544 h 84574"/>
                  <a:gd name="connsiteX150" fmla="*/ 838980 w 1179211"/>
                  <a:gd name="connsiteY150" fmla="*/ 53403 h 84574"/>
                  <a:gd name="connsiteX151" fmla="*/ 833181 w 1179211"/>
                  <a:gd name="connsiteY151" fmla="*/ 51470 h 84574"/>
                  <a:gd name="connsiteX152" fmla="*/ 824723 w 1179211"/>
                  <a:gd name="connsiteY152" fmla="*/ 47603 h 84574"/>
                  <a:gd name="connsiteX153" fmla="*/ 821582 w 1179211"/>
                  <a:gd name="connsiteY153" fmla="*/ 40837 h 84574"/>
                  <a:gd name="connsiteX154" fmla="*/ 824482 w 1179211"/>
                  <a:gd name="connsiteY154" fmla="*/ 35280 h 84574"/>
                  <a:gd name="connsiteX155" fmla="*/ 831731 w 1179211"/>
                  <a:gd name="connsiteY155" fmla="*/ 33105 h 84574"/>
                  <a:gd name="connsiteX156" fmla="*/ 838980 w 1179211"/>
                  <a:gd name="connsiteY156" fmla="*/ 34796 h 84574"/>
                  <a:gd name="connsiteX157" fmla="*/ 843572 w 1179211"/>
                  <a:gd name="connsiteY157" fmla="*/ 38421 h 84574"/>
                  <a:gd name="connsiteX158" fmla="*/ 848404 w 1179211"/>
                  <a:gd name="connsiteY158" fmla="*/ 32380 h 84574"/>
                  <a:gd name="connsiteX159" fmla="*/ 842605 w 1179211"/>
                  <a:gd name="connsiteY159" fmla="*/ 28997 h 84574"/>
                  <a:gd name="connsiteX160" fmla="*/ 832214 w 1179211"/>
                  <a:gd name="connsiteY160" fmla="*/ 27306 h 84574"/>
                  <a:gd name="connsiteX161" fmla="*/ 824723 w 1179211"/>
                  <a:gd name="connsiteY161" fmla="*/ 28272 h 84574"/>
                  <a:gd name="connsiteX162" fmla="*/ 818441 w 1179211"/>
                  <a:gd name="connsiteY162" fmla="*/ 31172 h 84574"/>
                  <a:gd name="connsiteX163" fmla="*/ 814091 w 1179211"/>
                  <a:gd name="connsiteY163" fmla="*/ 36005 h 84574"/>
                  <a:gd name="connsiteX164" fmla="*/ 812400 w 1179211"/>
                  <a:gd name="connsiteY164" fmla="*/ 42771 h 84574"/>
                  <a:gd name="connsiteX165" fmla="*/ 813850 w 1179211"/>
                  <a:gd name="connsiteY165" fmla="*/ 50020 h 84574"/>
                  <a:gd name="connsiteX166" fmla="*/ 817716 w 1179211"/>
                  <a:gd name="connsiteY166" fmla="*/ 54853 h 84574"/>
                  <a:gd name="connsiteX167" fmla="*/ 822790 w 1179211"/>
                  <a:gd name="connsiteY167" fmla="*/ 57752 h 84574"/>
                  <a:gd name="connsiteX168" fmla="*/ 828106 w 1179211"/>
                  <a:gd name="connsiteY168" fmla="*/ 59686 h 84574"/>
                  <a:gd name="connsiteX169" fmla="*/ 836564 w 1179211"/>
                  <a:gd name="connsiteY169" fmla="*/ 63310 h 84574"/>
                  <a:gd name="connsiteX170" fmla="*/ 839705 w 1179211"/>
                  <a:gd name="connsiteY170" fmla="*/ 70559 h 84574"/>
                  <a:gd name="connsiteX171" fmla="*/ 837047 w 1179211"/>
                  <a:gd name="connsiteY171" fmla="*/ 77325 h 84574"/>
                  <a:gd name="connsiteX172" fmla="*/ 829556 w 1179211"/>
                  <a:gd name="connsiteY172" fmla="*/ 79742 h 84574"/>
                  <a:gd name="connsiteX173" fmla="*/ 824723 w 1179211"/>
                  <a:gd name="connsiteY173" fmla="*/ 79017 h 84574"/>
                  <a:gd name="connsiteX174" fmla="*/ 820616 w 1179211"/>
                  <a:gd name="connsiteY174" fmla="*/ 76842 h 84574"/>
                  <a:gd name="connsiteX175" fmla="*/ 817233 w 1179211"/>
                  <a:gd name="connsiteY175" fmla="*/ 74184 h 84574"/>
                  <a:gd name="connsiteX176" fmla="*/ 814816 w 1179211"/>
                  <a:gd name="connsiteY176" fmla="*/ 71768 h 84574"/>
                  <a:gd name="connsiteX177" fmla="*/ 809983 w 1179211"/>
                  <a:gd name="connsiteY177" fmla="*/ 79500 h 84574"/>
                  <a:gd name="connsiteX178" fmla="*/ 829073 w 1179211"/>
                  <a:gd name="connsiteY178" fmla="*/ 85783 h 84574"/>
                  <a:gd name="connsiteX179" fmla="*/ 836806 w 1179211"/>
                  <a:gd name="connsiteY179" fmla="*/ 84575 h 84574"/>
                  <a:gd name="connsiteX180" fmla="*/ 843088 w 1179211"/>
                  <a:gd name="connsiteY180" fmla="*/ 81192 h 84574"/>
                  <a:gd name="connsiteX181" fmla="*/ 847438 w 1179211"/>
                  <a:gd name="connsiteY181" fmla="*/ 75634 h 84574"/>
                  <a:gd name="connsiteX182" fmla="*/ 849129 w 1179211"/>
                  <a:gd name="connsiteY182" fmla="*/ 68143 h 84574"/>
                  <a:gd name="connsiteX183" fmla="*/ 848404 w 1179211"/>
                  <a:gd name="connsiteY183" fmla="*/ 61377 h 84574"/>
                  <a:gd name="connsiteX184" fmla="*/ 796693 w 1179211"/>
                  <a:gd name="connsiteY184" fmla="*/ 61377 h 84574"/>
                  <a:gd name="connsiteX185" fmla="*/ 792585 w 1179211"/>
                  <a:gd name="connsiteY185" fmla="*/ 56544 h 84574"/>
                  <a:gd name="connsiteX186" fmla="*/ 787269 w 1179211"/>
                  <a:gd name="connsiteY186" fmla="*/ 53403 h 84574"/>
                  <a:gd name="connsiteX187" fmla="*/ 781470 w 1179211"/>
                  <a:gd name="connsiteY187" fmla="*/ 51470 h 84574"/>
                  <a:gd name="connsiteX188" fmla="*/ 773012 w 1179211"/>
                  <a:gd name="connsiteY188" fmla="*/ 47603 h 84574"/>
                  <a:gd name="connsiteX189" fmla="*/ 769871 w 1179211"/>
                  <a:gd name="connsiteY189" fmla="*/ 40837 h 84574"/>
                  <a:gd name="connsiteX190" fmla="*/ 772770 w 1179211"/>
                  <a:gd name="connsiteY190" fmla="*/ 35280 h 84574"/>
                  <a:gd name="connsiteX191" fmla="*/ 780020 w 1179211"/>
                  <a:gd name="connsiteY191" fmla="*/ 33105 h 84574"/>
                  <a:gd name="connsiteX192" fmla="*/ 787269 w 1179211"/>
                  <a:gd name="connsiteY192" fmla="*/ 34796 h 84574"/>
                  <a:gd name="connsiteX193" fmla="*/ 791860 w 1179211"/>
                  <a:gd name="connsiteY193" fmla="*/ 38421 h 84574"/>
                  <a:gd name="connsiteX194" fmla="*/ 796693 w 1179211"/>
                  <a:gd name="connsiteY194" fmla="*/ 32380 h 84574"/>
                  <a:gd name="connsiteX195" fmla="*/ 790894 w 1179211"/>
                  <a:gd name="connsiteY195" fmla="*/ 28997 h 84574"/>
                  <a:gd name="connsiteX196" fmla="*/ 780503 w 1179211"/>
                  <a:gd name="connsiteY196" fmla="*/ 27306 h 84574"/>
                  <a:gd name="connsiteX197" fmla="*/ 773012 w 1179211"/>
                  <a:gd name="connsiteY197" fmla="*/ 28272 h 84574"/>
                  <a:gd name="connsiteX198" fmla="*/ 766729 w 1179211"/>
                  <a:gd name="connsiteY198" fmla="*/ 31172 h 84574"/>
                  <a:gd name="connsiteX199" fmla="*/ 762380 w 1179211"/>
                  <a:gd name="connsiteY199" fmla="*/ 36005 h 84574"/>
                  <a:gd name="connsiteX200" fmla="*/ 760688 w 1179211"/>
                  <a:gd name="connsiteY200" fmla="*/ 42771 h 84574"/>
                  <a:gd name="connsiteX201" fmla="*/ 762138 w 1179211"/>
                  <a:gd name="connsiteY201" fmla="*/ 50020 h 84574"/>
                  <a:gd name="connsiteX202" fmla="*/ 766005 w 1179211"/>
                  <a:gd name="connsiteY202" fmla="*/ 54853 h 84574"/>
                  <a:gd name="connsiteX203" fmla="*/ 771079 w 1179211"/>
                  <a:gd name="connsiteY203" fmla="*/ 57752 h 84574"/>
                  <a:gd name="connsiteX204" fmla="*/ 776395 w 1179211"/>
                  <a:gd name="connsiteY204" fmla="*/ 59686 h 84574"/>
                  <a:gd name="connsiteX205" fmla="*/ 784853 w 1179211"/>
                  <a:gd name="connsiteY205" fmla="*/ 63310 h 84574"/>
                  <a:gd name="connsiteX206" fmla="*/ 787994 w 1179211"/>
                  <a:gd name="connsiteY206" fmla="*/ 70559 h 84574"/>
                  <a:gd name="connsiteX207" fmla="*/ 785336 w 1179211"/>
                  <a:gd name="connsiteY207" fmla="*/ 77325 h 84574"/>
                  <a:gd name="connsiteX208" fmla="*/ 777845 w 1179211"/>
                  <a:gd name="connsiteY208" fmla="*/ 79742 h 84574"/>
                  <a:gd name="connsiteX209" fmla="*/ 773012 w 1179211"/>
                  <a:gd name="connsiteY209" fmla="*/ 79017 h 84574"/>
                  <a:gd name="connsiteX210" fmla="*/ 768904 w 1179211"/>
                  <a:gd name="connsiteY210" fmla="*/ 76842 h 84574"/>
                  <a:gd name="connsiteX211" fmla="*/ 765521 w 1179211"/>
                  <a:gd name="connsiteY211" fmla="*/ 74184 h 84574"/>
                  <a:gd name="connsiteX212" fmla="*/ 763105 w 1179211"/>
                  <a:gd name="connsiteY212" fmla="*/ 71768 h 84574"/>
                  <a:gd name="connsiteX213" fmla="*/ 758272 w 1179211"/>
                  <a:gd name="connsiteY213" fmla="*/ 79500 h 84574"/>
                  <a:gd name="connsiteX214" fmla="*/ 777362 w 1179211"/>
                  <a:gd name="connsiteY214" fmla="*/ 85783 h 84574"/>
                  <a:gd name="connsiteX215" fmla="*/ 785094 w 1179211"/>
                  <a:gd name="connsiteY215" fmla="*/ 84575 h 84574"/>
                  <a:gd name="connsiteX216" fmla="*/ 791377 w 1179211"/>
                  <a:gd name="connsiteY216" fmla="*/ 81192 h 84574"/>
                  <a:gd name="connsiteX217" fmla="*/ 795726 w 1179211"/>
                  <a:gd name="connsiteY217" fmla="*/ 75634 h 84574"/>
                  <a:gd name="connsiteX218" fmla="*/ 797418 w 1179211"/>
                  <a:gd name="connsiteY218" fmla="*/ 68143 h 84574"/>
                  <a:gd name="connsiteX219" fmla="*/ 796693 w 1179211"/>
                  <a:gd name="connsiteY219" fmla="*/ 61377 h 84574"/>
                  <a:gd name="connsiteX220" fmla="*/ 711393 w 1179211"/>
                  <a:gd name="connsiteY220" fmla="*/ 6041 h 84574"/>
                  <a:gd name="connsiteX221" fmla="*/ 707286 w 1179211"/>
                  <a:gd name="connsiteY221" fmla="*/ 4350 h 84574"/>
                  <a:gd name="connsiteX222" fmla="*/ 703178 w 1179211"/>
                  <a:gd name="connsiteY222" fmla="*/ 6041 h 84574"/>
                  <a:gd name="connsiteX223" fmla="*/ 701486 w 1179211"/>
                  <a:gd name="connsiteY223" fmla="*/ 9907 h 84574"/>
                  <a:gd name="connsiteX224" fmla="*/ 703178 w 1179211"/>
                  <a:gd name="connsiteY224" fmla="*/ 13774 h 84574"/>
                  <a:gd name="connsiteX225" fmla="*/ 707286 w 1179211"/>
                  <a:gd name="connsiteY225" fmla="*/ 15465 h 84574"/>
                  <a:gd name="connsiteX226" fmla="*/ 711393 w 1179211"/>
                  <a:gd name="connsiteY226" fmla="*/ 13774 h 84574"/>
                  <a:gd name="connsiteX227" fmla="*/ 713085 w 1179211"/>
                  <a:gd name="connsiteY227" fmla="*/ 9907 h 84574"/>
                  <a:gd name="connsiteX228" fmla="*/ 711393 w 1179211"/>
                  <a:gd name="connsiteY228" fmla="*/ 6041 h 84574"/>
                  <a:gd name="connsiteX229" fmla="*/ 734833 w 1179211"/>
                  <a:gd name="connsiteY229" fmla="*/ 6041 h 84574"/>
                  <a:gd name="connsiteX230" fmla="*/ 730725 w 1179211"/>
                  <a:gd name="connsiteY230" fmla="*/ 4350 h 84574"/>
                  <a:gd name="connsiteX231" fmla="*/ 726617 w 1179211"/>
                  <a:gd name="connsiteY231" fmla="*/ 6041 h 84574"/>
                  <a:gd name="connsiteX232" fmla="*/ 724925 w 1179211"/>
                  <a:gd name="connsiteY232" fmla="*/ 9907 h 84574"/>
                  <a:gd name="connsiteX233" fmla="*/ 726617 w 1179211"/>
                  <a:gd name="connsiteY233" fmla="*/ 13774 h 84574"/>
                  <a:gd name="connsiteX234" fmla="*/ 730725 w 1179211"/>
                  <a:gd name="connsiteY234" fmla="*/ 15465 h 84574"/>
                  <a:gd name="connsiteX235" fmla="*/ 734833 w 1179211"/>
                  <a:gd name="connsiteY235" fmla="*/ 13774 h 84574"/>
                  <a:gd name="connsiteX236" fmla="*/ 736524 w 1179211"/>
                  <a:gd name="connsiteY236" fmla="*/ 9907 h 84574"/>
                  <a:gd name="connsiteX237" fmla="*/ 734833 w 1179211"/>
                  <a:gd name="connsiteY237" fmla="*/ 6041 h 84574"/>
                  <a:gd name="connsiteX238" fmla="*/ 695445 w 1179211"/>
                  <a:gd name="connsiteY238" fmla="*/ 28997 h 84574"/>
                  <a:gd name="connsiteX239" fmla="*/ 695445 w 1179211"/>
                  <a:gd name="connsiteY239" fmla="*/ 63552 h 84574"/>
                  <a:gd name="connsiteX240" fmla="*/ 695928 w 1179211"/>
                  <a:gd name="connsiteY240" fmla="*/ 72009 h 84574"/>
                  <a:gd name="connsiteX241" fmla="*/ 698103 w 1179211"/>
                  <a:gd name="connsiteY241" fmla="*/ 79017 h 84574"/>
                  <a:gd name="connsiteX242" fmla="*/ 703903 w 1179211"/>
                  <a:gd name="connsiteY242" fmla="*/ 83850 h 84574"/>
                  <a:gd name="connsiteX243" fmla="*/ 714535 w 1179211"/>
                  <a:gd name="connsiteY243" fmla="*/ 85783 h 84574"/>
                  <a:gd name="connsiteX244" fmla="*/ 722026 w 1179211"/>
                  <a:gd name="connsiteY244" fmla="*/ 84575 h 84574"/>
                  <a:gd name="connsiteX245" fmla="*/ 727342 w 1179211"/>
                  <a:gd name="connsiteY245" fmla="*/ 81433 h 84574"/>
                  <a:gd name="connsiteX246" fmla="*/ 730725 w 1179211"/>
                  <a:gd name="connsiteY246" fmla="*/ 77809 h 84574"/>
                  <a:gd name="connsiteX247" fmla="*/ 732658 w 1179211"/>
                  <a:gd name="connsiteY247" fmla="*/ 75151 h 84574"/>
                  <a:gd name="connsiteX248" fmla="*/ 733866 w 1179211"/>
                  <a:gd name="connsiteY248" fmla="*/ 84575 h 84574"/>
                  <a:gd name="connsiteX249" fmla="*/ 743290 w 1179211"/>
                  <a:gd name="connsiteY249" fmla="*/ 83608 h 84574"/>
                  <a:gd name="connsiteX250" fmla="*/ 743049 w 1179211"/>
                  <a:gd name="connsiteY250" fmla="*/ 81433 h 84574"/>
                  <a:gd name="connsiteX251" fmla="*/ 742565 w 1179211"/>
                  <a:gd name="connsiteY251" fmla="*/ 77809 h 84574"/>
                  <a:gd name="connsiteX252" fmla="*/ 742324 w 1179211"/>
                  <a:gd name="connsiteY252" fmla="*/ 73701 h 84574"/>
                  <a:gd name="connsiteX253" fmla="*/ 742082 w 1179211"/>
                  <a:gd name="connsiteY253" fmla="*/ 69593 h 84574"/>
                  <a:gd name="connsiteX254" fmla="*/ 742082 w 1179211"/>
                  <a:gd name="connsiteY254" fmla="*/ 28755 h 84574"/>
                  <a:gd name="connsiteX255" fmla="*/ 732175 w 1179211"/>
                  <a:gd name="connsiteY255" fmla="*/ 28755 h 84574"/>
                  <a:gd name="connsiteX256" fmla="*/ 732175 w 1179211"/>
                  <a:gd name="connsiteY256" fmla="*/ 59686 h 84574"/>
                  <a:gd name="connsiteX257" fmla="*/ 730966 w 1179211"/>
                  <a:gd name="connsiteY257" fmla="*/ 66935 h 84574"/>
                  <a:gd name="connsiteX258" fmla="*/ 727583 w 1179211"/>
                  <a:gd name="connsiteY258" fmla="*/ 72734 h 84574"/>
                  <a:gd name="connsiteX259" fmla="*/ 722751 w 1179211"/>
                  <a:gd name="connsiteY259" fmla="*/ 76600 h 84574"/>
                  <a:gd name="connsiteX260" fmla="*/ 716468 w 1179211"/>
                  <a:gd name="connsiteY260" fmla="*/ 78050 h 84574"/>
                  <a:gd name="connsiteX261" fmla="*/ 710427 w 1179211"/>
                  <a:gd name="connsiteY261" fmla="*/ 77084 h 84574"/>
                  <a:gd name="connsiteX262" fmla="*/ 706802 w 1179211"/>
                  <a:gd name="connsiteY262" fmla="*/ 74184 h 84574"/>
                  <a:gd name="connsiteX263" fmla="*/ 705111 w 1179211"/>
                  <a:gd name="connsiteY263" fmla="*/ 69593 h 84574"/>
                  <a:gd name="connsiteX264" fmla="*/ 704628 w 1179211"/>
                  <a:gd name="connsiteY264" fmla="*/ 63310 h 84574"/>
                  <a:gd name="connsiteX265" fmla="*/ 704628 w 1179211"/>
                  <a:gd name="connsiteY265" fmla="*/ 28755 h 84574"/>
                  <a:gd name="connsiteX266" fmla="*/ 695445 w 1179211"/>
                  <a:gd name="connsiteY266" fmla="*/ 28755 h 84574"/>
                  <a:gd name="connsiteX267" fmla="*/ 664515 w 1179211"/>
                  <a:gd name="connsiteY267" fmla="*/ 60894 h 84574"/>
                  <a:gd name="connsiteX268" fmla="*/ 657991 w 1179211"/>
                  <a:gd name="connsiteY268" fmla="*/ 71284 h 84574"/>
                  <a:gd name="connsiteX269" fmla="*/ 648325 w 1179211"/>
                  <a:gd name="connsiteY269" fmla="*/ 76600 h 84574"/>
                  <a:gd name="connsiteX270" fmla="*/ 636726 w 1179211"/>
                  <a:gd name="connsiteY270" fmla="*/ 78050 h 84574"/>
                  <a:gd name="connsiteX271" fmla="*/ 631893 w 1179211"/>
                  <a:gd name="connsiteY271" fmla="*/ 77809 h 84574"/>
                  <a:gd name="connsiteX272" fmla="*/ 626577 w 1179211"/>
                  <a:gd name="connsiteY272" fmla="*/ 77325 h 84574"/>
                  <a:gd name="connsiteX273" fmla="*/ 626577 w 1179211"/>
                  <a:gd name="connsiteY273" fmla="*/ 10874 h 84574"/>
                  <a:gd name="connsiteX274" fmla="*/ 630927 w 1179211"/>
                  <a:gd name="connsiteY274" fmla="*/ 10632 h 84574"/>
                  <a:gd name="connsiteX275" fmla="*/ 635276 w 1179211"/>
                  <a:gd name="connsiteY275" fmla="*/ 10632 h 84574"/>
                  <a:gd name="connsiteX276" fmla="*/ 659440 w 1179211"/>
                  <a:gd name="connsiteY276" fmla="*/ 18848 h 84574"/>
                  <a:gd name="connsiteX277" fmla="*/ 666931 w 1179211"/>
                  <a:gd name="connsiteY277" fmla="*/ 44220 h 84574"/>
                  <a:gd name="connsiteX278" fmla="*/ 664515 w 1179211"/>
                  <a:gd name="connsiteY278" fmla="*/ 60894 h 84574"/>
                  <a:gd name="connsiteX279" fmla="*/ 675389 w 1179211"/>
                  <a:gd name="connsiteY279" fmla="*/ 25856 h 84574"/>
                  <a:gd name="connsiteX280" fmla="*/ 667173 w 1179211"/>
                  <a:gd name="connsiteY280" fmla="*/ 13774 h 84574"/>
                  <a:gd name="connsiteX281" fmla="*/ 654366 w 1179211"/>
                  <a:gd name="connsiteY281" fmla="*/ 6524 h 84574"/>
                  <a:gd name="connsiteX282" fmla="*/ 637451 w 1179211"/>
                  <a:gd name="connsiteY282" fmla="*/ 4108 h 84574"/>
                  <a:gd name="connsiteX283" fmla="*/ 631168 w 1179211"/>
                  <a:gd name="connsiteY283" fmla="*/ 4108 h 84574"/>
                  <a:gd name="connsiteX284" fmla="*/ 627060 w 1179211"/>
                  <a:gd name="connsiteY284" fmla="*/ 4350 h 84574"/>
                  <a:gd name="connsiteX285" fmla="*/ 622953 w 1179211"/>
                  <a:gd name="connsiteY285" fmla="*/ 4350 h 84574"/>
                  <a:gd name="connsiteX286" fmla="*/ 616670 w 1179211"/>
                  <a:gd name="connsiteY286" fmla="*/ 4591 h 84574"/>
                  <a:gd name="connsiteX287" fmla="*/ 616670 w 1179211"/>
                  <a:gd name="connsiteY287" fmla="*/ 84091 h 84574"/>
                  <a:gd name="connsiteX288" fmla="*/ 625611 w 1179211"/>
                  <a:gd name="connsiteY288" fmla="*/ 84333 h 84574"/>
                  <a:gd name="connsiteX289" fmla="*/ 637209 w 1179211"/>
                  <a:gd name="connsiteY289" fmla="*/ 84575 h 84574"/>
                  <a:gd name="connsiteX290" fmla="*/ 650741 w 1179211"/>
                  <a:gd name="connsiteY290" fmla="*/ 82883 h 84574"/>
                  <a:gd name="connsiteX291" fmla="*/ 664032 w 1179211"/>
                  <a:gd name="connsiteY291" fmla="*/ 76842 h 84574"/>
                  <a:gd name="connsiteX292" fmla="*/ 674181 w 1179211"/>
                  <a:gd name="connsiteY292" fmla="*/ 64518 h 84574"/>
                  <a:gd name="connsiteX293" fmla="*/ 678289 w 1179211"/>
                  <a:gd name="connsiteY293" fmla="*/ 43979 h 84574"/>
                  <a:gd name="connsiteX294" fmla="*/ 675389 w 1179211"/>
                  <a:gd name="connsiteY294" fmla="*/ 25856 h 84574"/>
                  <a:gd name="connsiteX295" fmla="*/ 562059 w 1179211"/>
                  <a:gd name="connsiteY295" fmla="*/ 77325 h 84574"/>
                  <a:gd name="connsiteX296" fmla="*/ 558918 w 1179211"/>
                  <a:gd name="connsiteY296" fmla="*/ 78534 h 84574"/>
                  <a:gd name="connsiteX297" fmla="*/ 555776 w 1179211"/>
                  <a:gd name="connsiteY297" fmla="*/ 79017 h 84574"/>
                  <a:gd name="connsiteX298" fmla="*/ 553360 w 1179211"/>
                  <a:gd name="connsiteY298" fmla="*/ 78534 h 84574"/>
                  <a:gd name="connsiteX299" fmla="*/ 551185 w 1179211"/>
                  <a:gd name="connsiteY299" fmla="*/ 77567 h 84574"/>
                  <a:gd name="connsiteX300" fmla="*/ 549010 w 1179211"/>
                  <a:gd name="connsiteY300" fmla="*/ 74184 h 84574"/>
                  <a:gd name="connsiteX301" fmla="*/ 548769 w 1179211"/>
                  <a:gd name="connsiteY301" fmla="*/ 67901 h 84574"/>
                  <a:gd name="connsiteX302" fmla="*/ 548769 w 1179211"/>
                  <a:gd name="connsiteY302" fmla="*/ 35280 h 84574"/>
                  <a:gd name="connsiteX303" fmla="*/ 561817 w 1179211"/>
                  <a:gd name="connsiteY303" fmla="*/ 35280 h 84574"/>
                  <a:gd name="connsiteX304" fmla="*/ 561817 w 1179211"/>
                  <a:gd name="connsiteY304" fmla="*/ 28997 h 84574"/>
                  <a:gd name="connsiteX305" fmla="*/ 548769 w 1179211"/>
                  <a:gd name="connsiteY305" fmla="*/ 28997 h 84574"/>
                  <a:gd name="connsiteX306" fmla="*/ 548769 w 1179211"/>
                  <a:gd name="connsiteY306" fmla="*/ 12807 h 84574"/>
                  <a:gd name="connsiteX307" fmla="*/ 539103 w 1179211"/>
                  <a:gd name="connsiteY307" fmla="*/ 14982 h 84574"/>
                  <a:gd name="connsiteX308" fmla="*/ 539103 w 1179211"/>
                  <a:gd name="connsiteY308" fmla="*/ 28997 h 84574"/>
                  <a:gd name="connsiteX309" fmla="*/ 529679 w 1179211"/>
                  <a:gd name="connsiteY309" fmla="*/ 28997 h 84574"/>
                  <a:gd name="connsiteX310" fmla="*/ 529679 w 1179211"/>
                  <a:gd name="connsiteY310" fmla="*/ 35280 h 84574"/>
                  <a:gd name="connsiteX311" fmla="*/ 539103 w 1179211"/>
                  <a:gd name="connsiteY311" fmla="*/ 35280 h 84574"/>
                  <a:gd name="connsiteX312" fmla="*/ 539103 w 1179211"/>
                  <a:gd name="connsiteY312" fmla="*/ 68868 h 84574"/>
                  <a:gd name="connsiteX313" fmla="*/ 539345 w 1179211"/>
                  <a:gd name="connsiteY313" fmla="*/ 76117 h 84574"/>
                  <a:gd name="connsiteX314" fmla="*/ 541278 w 1179211"/>
                  <a:gd name="connsiteY314" fmla="*/ 81433 h 84574"/>
                  <a:gd name="connsiteX315" fmla="*/ 545869 w 1179211"/>
                  <a:gd name="connsiteY315" fmla="*/ 84816 h 84574"/>
                  <a:gd name="connsiteX316" fmla="*/ 551910 w 1179211"/>
                  <a:gd name="connsiteY316" fmla="*/ 85783 h 84574"/>
                  <a:gd name="connsiteX317" fmla="*/ 558434 w 1179211"/>
                  <a:gd name="connsiteY317" fmla="*/ 84816 h 84574"/>
                  <a:gd name="connsiteX318" fmla="*/ 563992 w 1179211"/>
                  <a:gd name="connsiteY318" fmla="*/ 82158 h 84574"/>
                  <a:gd name="connsiteX319" fmla="*/ 562059 w 1179211"/>
                  <a:gd name="connsiteY319" fmla="*/ 77325 h 84574"/>
                  <a:gd name="connsiteX320" fmla="*/ 487392 w 1179211"/>
                  <a:gd name="connsiteY320" fmla="*/ 6041 h 84574"/>
                  <a:gd name="connsiteX321" fmla="*/ 483284 w 1179211"/>
                  <a:gd name="connsiteY321" fmla="*/ 4350 h 84574"/>
                  <a:gd name="connsiteX322" fmla="*/ 479176 w 1179211"/>
                  <a:gd name="connsiteY322" fmla="*/ 6041 h 84574"/>
                  <a:gd name="connsiteX323" fmla="*/ 477484 w 1179211"/>
                  <a:gd name="connsiteY323" fmla="*/ 9907 h 84574"/>
                  <a:gd name="connsiteX324" fmla="*/ 479176 w 1179211"/>
                  <a:gd name="connsiteY324" fmla="*/ 13774 h 84574"/>
                  <a:gd name="connsiteX325" fmla="*/ 483284 w 1179211"/>
                  <a:gd name="connsiteY325" fmla="*/ 15465 h 84574"/>
                  <a:gd name="connsiteX326" fmla="*/ 487392 w 1179211"/>
                  <a:gd name="connsiteY326" fmla="*/ 13774 h 84574"/>
                  <a:gd name="connsiteX327" fmla="*/ 489083 w 1179211"/>
                  <a:gd name="connsiteY327" fmla="*/ 9907 h 84574"/>
                  <a:gd name="connsiteX328" fmla="*/ 487392 w 1179211"/>
                  <a:gd name="connsiteY328" fmla="*/ 6041 h 84574"/>
                  <a:gd name="connsiteX329" fmla="*/ 510589 w 1179211"/>
                  <a:gd name="connsiteY329" fmla="*/ 6041 h 84574"/>
                  <a:gd name="connsiteX330" fmla="*/ 506481 w 1179211"/>
                  <a:gd name="connsiteY330" fmla="*/ 4350 h 84574"/>
                  <a:gd name="connsiteX331" fmla="*/ 502373 w 1179211"/>
                  <a:gd name="connsiteY331" fmla="*/ 6041 h 84574"/>
                  <a:gd name="connsiteX332" fmla="*/ 500682 w 1179211"/>
                  <a:gd name="connsiteY332" fmla="*/ 9907 h 84574"/>
                  <a:gd name="connsiteX333" fmla="*/ 502373 w 1179211"/>
                  <a:gd name="connsiteY333" fmla="*/ 13774 h 84574"/>
                  <a:gd name="connsiteX334" fmla="*/ 506481 w 1179211"/>
                  <a:gd name="connsiteY334" fmla="*/ 15465 h 84574"/>
                  <a:gd name="connsiteX335" fmla="*/ 510589 w 1179211"/>
                  <a:gd name="connsiteY335" fmla="*/ 13774 h 84574"/>
                  <a:gd name="connsiteX336" fmla="*/ 512281 w 1179211"/>
                  <a:gd name="connsiteY336" fmla="*/ 9907 h 84574"/>
                  <a:gd name="connsiteX337" fmla="*/ 510589 w 1179211"/>
                  <a:gd name="connsiteY337" fmla="*/ 6041 h 84574"/>
                  <a:gd name="connsiteX338" fmla="*/ 504548 w 1179211"/>
                  <a:gd name="connsiteY338" fmla="*/ 62827 h 84574"/>
                  <a:gd name="connsiteX339" fmla="*/ 504306 w 1179211"/>
                  <a:gd name="connsiteY339" fmla="*/ 67660 h 84574"/>
                  <a:gd name="connsiteX340" fmla="*/ 502373 w 1179211"/>
                  <a:gd name="connsiteY340" fmla="*/ 72976 h 84574"/>
                  <a:gd name="connsiteX341" fmla="*/ 498990 w 1179211"/>
                  <a:gd name="connsiteY341" fmla="*/ 76600 h 84574"/>
                  <a:gd name="connsiteX342" fmla="*/ 495124 w 1179211"/>
                  <a:gd name="connsiteY342" fmla="*/ 78534 h 84574"/>
                  <a:gd name="connsiteX343" fmla="*/ 491741 w 1179211"/>
                  <a:gd name="connsiteY343" fmla="*/ 79017 h 84574"/>
                  <a:gd name="connsiteX344" fmla="*/ 488116 w 1179211"/>
                  <a:gd name="connsiteY344" fmla="*/ 78534 h 84574"/>
                  <a:gd name="connsiteX345" fmla="*/ 484975 w 1179211"/>
                  <a:gd name="connsiteY345" fmla="*/ 76842 h 84574"/>
                  <a:gd name="connsiteX346" fmla="*/ 482800 w 1179211"/>
                  <a:gd name="connsiteY346" fmla="*/ 73942 h 84574"/>
                  <a:gd name="connsiteX347" fmla="*/ 482075 w 1179211"/>
                  <a:gd name="connsiteY347" fmla="*/ 69351 h 84574"/>
                  <a:gd name="connsiteX348" fmla="*/ 483284 w 1179211"/>
                  <a:gd name="connsiteY348" fmla="*/ 64760 h 84574"/>
                  <a:gd name="connsiteX349" fmla="*/ 486183 w 1179211"/>
                  <a:gd name="connsiteY349" fmla="*/ 61619 h 84574"/>
                  <a:gd name="connsiteX350" fmla="*/ 489566 w 1179211"/>
                  <a:gd name="connsiteY350" fmla="*/ 59686 h 84574"/>
                  <a:gd name="connsiteX351" fmla="*/ 492708 w 1179211"/>
                  <a:gd name="connsiteY351" fmla="*/ 58719 h 84574"/>
                  <a:gd name="connsiteX352" fmla="*/ 496091 w 1179211"/>
                  <a:gd name="connsiteY352" fmla="*/ 58236 h 84574"/>
                  <a:gd name="connsiteX353" fmla="*/ 499715 w 1179211"/>
                  <a:gd name="connsiteY353" fmla="*/ 57994 h 84574"/>
                  <a:gd name="connsiteX354" fmla="*/ 502857 w 1179211"/>
                  <a:gd name="connsiteY354" fmla="*/ 57752 h 84574"/>
                  <a:gd name="connsiteX355" fmla="*/ 505031 w 1179211"/>
                  <a:gd name="connsiteY355" fmla="*/ 57752 h 84574"/>
                  <a:gd name="connsiteX356" fmla="*/ 504548 w 1179211"/>
                  <a:gd name="connsiteY356" fmla="*/ 62827 h 84574"/>
                  <a:gd name="connsiteX357" fmla="*/ 522188 w 1179211"/>
                  <a:gd name="connsiteY357" fmla="*/ 78292 h 84574"/>
                  <a:gd name="connsiteX358" fmla="*/ 517838 w 1179211"/>
                  <a:gd name="connsiteY358" fmla="*/ 79017 h 84574"/>
                  <a:gd name="connsiteX359" fmla="*/ 514939 w 1179211"/>
                  <a:gd name="connsiteY359" fmla="*/ 77809 h 84574"/>
                  <a:gd name="connsiteX360" fmla="*/ 513972 w 1179211"/>
                  <a:gd name="connsiteY360" fmla="*/ 72734 h 84574"/>
                  <a:gd name="connsiteX361" fmla="*/ 513972 w 1179211"/>
                  <a:gd name="connsiteY361" fmla="*/ 43496 h 84574"/>
                  <a:gd name="connsiteX362" fmla="*/ 513972 w 1179211"/>
                  <a:gd name="connsiteY362" fmla="*/ 40354 h 84574"/>
                  <a:gd name="connsiteX363" fmla="*/ 513489 w 1179211"/>
                  <a:gd name="connsiteY363" fmla="*/ 36971 h 84574"/>
                  <a:gd name="connsiteX364" fmla="*/ 512281 w 1179211"/>
                  <a:gd name="connsiteY364" fmla="*/ 33830 h 84574"/>
                  <a:gd name="connsiteX365" fmla="*/ 509864 w 1179211"/>
                  <a:gd name="connsiteY365" fmla="*/ 31172 h 84574"/>
                  <a:gd name="connsiteX366" fmla="*/ 502615 w 1179211"/>
                  <a:gd name="connsiteY366" fmla="*/ 27789 h 84574"/>
                  <a:gd name="connsiteX367" fmla="*/ 494882 w 1179211"/>
                  <a:gd name="connsiteY367" fmla="*/ 27064 h 84574"/>
                  <a:gd name="connsiteX368" fmla="*/ 488116 w 1179211"/>
                  <a:gd name="connsiteY368" fmla="*/ 27789 h 84574"/>
                  <a:gd name="connsiteX369" fmla="*/ 482075 w 1179211"/>
                  <a:gd name="connsiteY369" fmla="*/ 29964 h 84574"/>
                  <a:gd name="connsiteX370" fmla="*/ 477243 w 1179211"/>
                  <a:gd name="connsiteY370" fmla="*/ 33830 h 84574"/>
                  <a:gd name="connsiteX371" fmla="*/ 474584 w 1179211"/>
                  <a:gd name="connsiteY371" fmla="*/ 40113 h 84574"/>
                  <a:gd name="connsiteX372" fmla="*/ 482317 w 1179211"/>
                  <a:gd name="connsiteY372" fmla="*/ 42529 h 84574"/>
                  <a:gd name="connsiteX373" fmla="*/ 483284 w 1179211"/>
                  <a:gd name="connsiteY373" fmla="*/ 38904 h 84574"/>
                  <a:gd name="connsiteX374" fmla="*/ 485217 w 1179211"/>
                  <a:gd name="connsiteY374" fmla="*/ 36005 h 84574"/>
                  <a:gd name="connsiteX375" fmla="*/ 488600 w 1179211"/>
                  <a:gd name="connsiteY375" fmla="*/ 33830 h 84574"/>
                  <a:gd name="connsiteX376" fmla="*/ 493916 w 1179211"/>
                  <a:gd name="connsiteY376" fmla="*/ 33105 h 84574"/>
                  <a:gd name="connsiteX377" fmla="*/ 497299 w 1179211"/>
                  <a:gd name="connsiteY377" fmla="*/ 33347 h 84574"/>
                  <a:gd name="connsiteX378" fmla="*/ 500440 w 1179211"/>
                  <a:gd name="connsiteY378" fmla="*/ 34313 h 84574"/>
                  <a:gd name="connsiteX379" fmla="*/ 503582 w 1179211"/>
                  <a:gd name="connsiteY379" fmla="*/ 37213 h 84574"/>
                  <a:gd name="connsiteX380" fmla="*/ 504548 w 1179211"/>
                  <a:gd name="connsiteY380" fmla="*/ 42287 h 84574"/>
                  <a:gd name="connsiteX381" fmla="*/ 504548 w 1179211"/>
                  <a:gd name="connsiteY381" fmla="*/ 51711 h 84574"/>
                  <a:gd name="connsiteX382" fmla="*/ 497057 w 1179211"/>
                  <a:gd name="connsiteY382" fmla="*/ 51953 h 84574"/>
                  <a:gd name="connsiteX383" fmla="*/ 491016 w 1179211"/>
                  <a:gd name="connsiteY383" fmla="*/ 52436 h 84574"/>
                  <a:gd name="connsiteX384" fmla="*/ 483525 w 1179211"/>
                  <a:gd name="connsiteY384" fmla="*/ 54369 h 84574"/>
                  <a:gd name="connsiteX385" fmla="*/ 477484 w 1179211"/>
                  <a:gd name="connsiteY385" fmla="*/ 57994 h 84574"/>
                  <a:gd name="connsiteX386" fmla="*/ 473618 w 1179211"/>
                  <a:gd name="connsiteY386" fmla="*/ 63310 h 84574"/>
                  <a:gd name="connsiteX387" fmla="*/ 472168 w 1179211"/>
                  <a:gd name="connsiteY387" fmla="*/ 70076 h 84574"/>
                  <a:gd name="connsiteX388" fmla="*/ 473618 w 1179211"/>
                  <a:gd name="connsiteY388" fmla="*/ 76842 h 84574"/>
                  <a:gd name="connsiteX389" fmla="*/ 477243 w 1179211"/>
                  <a:gd name="connsiteY389" fmla="*/ 81675 h 84574"/>
                  <a:gd name="connsiteX390" fmla="*/ 482317 w 1179211"/>
                  <a:gd name="connsiteY390" fmla="*/ 84575 h 84574"/>
                  <a:gd name="connsiteX391" fmla="*/ 488116 w 1179211"/>
                  <a:gd name="connsiteY391" fmla="*/ 85541 h 84574"/>
                  <a:gd name="connsiteX392" fmla="*/ 499232 w 1179211"/>
                  <a:gd name="connsiteY392" fmla="*/ 82641 h 84574"/>
                  <a:gd name="connsiteX393" fmla="*/ 505031 w 1179211"/>
                  <a:gd name="connsiteY393" fmla="*/ 75634 h 84574"/>
                  <a:gd name="connsiteX394" fmla="*/ 507689 w 1179211"/>
                  <a:gd name="connsiteY394" fmla="*/ 82158 h 84574"/>
                  <a:gd name="connsiteX395" fmla="*/ 514214 w 1179211"/>
                  <a:gd name="connsiteY395" fmla="*/ 84816 h 84574"/>
                  <a:gd name="connsiteX396" fmla="*/ 519047 w 1179211"/>
                  <a:gd name="connsiteY396" fmla="*/ 84333 h 84574"/>
                  <a:gd name="connsiteX397" fmla="*/ 522430 w 1179211"/>
                  <a:gd name="connsiteY397" fmla="*/ 83608 h 84574"/>
                  <a:gd name="connsiteX398" fmla="*/ 522430 w 1179211"/>
                  <a:gd name="connsiteY398" fmla="*/ 78292 h 84574"/>
                  <a:gd name="connsiteX399" fmla="*/ 458636 w 1179211"/>
                  <a:gd name="connsiteY399" fmla="*/ 77325 h 84574"/>
                  <a:gd name="connsiteX400" fmla="*/ 455495 w 1179211"/>
                  <a:gd name="connsiteY400" fmla="*/ 78534 h 84574"/>
                  <a:gd name="connsiteX401" fmla="*/ 452353 w 1179211"/>
                  <a:gd name="connsiteY401" fmla="*/ 79017 h 84574"/>
                  <a:gd name="connsiteX402" fmla="*/ 449937 w 1179211"/>
                  <a:gd name="connsiteY402" fmla="*/ 78534 h 84574"/>
                  <a:gd name="connsiteX403" fmla="*/ 447762 w 1179211"/>
                  <a:gd name="connsiteY403" fmla="*/ 77567 h 84574"/>
                  <a:gd name="connsiteX404" fmla="*/ 445587 w 1179211"/>
                  <a:gd name="connsiteY404" fmla="*/ 74184 h 84574"/>
                  <a:gd name="connsiteX405" fmla="*/ 445346 w 1179211"/>
                  <a:gd name="connsiteY405" fmla="*/ 67901 h 84574"/>
                  <a:gd name="connsiteX406" fmla="*/ 445346 w 1179211"/>
                  <a:gd name="connsiteY406" fmla="*/ 35280 h 84574"/>
                  <a:gd name="connsiteX407" fmla="*/ 458394 w 1179211"/>
                  <a:gd name="connsiteY407" fmla="*/ 35280 h 84574"/>
                  <a:gd name="connsiteX408" fmla="*/ 458394 w 1179211"/>
                  <a:gd name="connsiteY408" fmla="*/ 28997 h 84574"/>
                  <a:gd name="connsiteX409" fmla="*/ 445346 w 1179211"/>
                  <a:gd name="connsiteY409" fmla="*/ 28997 h 84574"/>
                  <a:gd name="connsiteX410" fmla="*/ 445346 w 1179211"/>
                  <a:gd name="connsiteY410" fmla="*/ 12807 h 84574"/>
                  <a:gd name="connsiteX411" fmla="*/ 435680 w 1179211"/>
                  <a:gd name="connsiteY411" fmla="*/ 14982 h 84574"/>
                  <a:gd name="connsiteX412" fmla="*/ 435680 w 1179211"/>
                  <a:gd name="connsiteY412" fmla="*/ 28997 h 84574"/>
                  <a:gd name="connsiteX413" fmla="*/ 426256 w 1179211"/>
                  <a:gd name="connsiteY413" fmla="*/ 28997 h 84574"/>
                  <a:gd name="connsiteX414" fmla="*/ 426256 w 1179211"/>
                  <a:gd name="connsiteY414" fmla="*/ 35280 h 84574"/>
                  <a:gd name="connsiteX415" fmla="*/ 435680 w 1179211"/>
                  <a:gd name="connsiteY415" fmla="*/ 35280 h 84574"/>
                  <a:gd name="connsiteX416" fmla="*/ 435680 w 1179211"/>
                  <a:gd name="connsiteY416" fmla="*/ 68868 h 84574"/>
                  <a:gd name="connsiteX417" fmla="*/ 435922 w 1179211"/>
                  <a:gd name="connsiteY417" fmla="*/ 76117 h 84574"/>
                  <a:gd name="connsiteX418" fmla="*/ 437855 w 1179211"/>
                  <a:gd name="connsiteY418" fmla="*/ 81433 h 84574"/>
                  <a:gd name="connsiteX419" fmla="*/ 442446 w 1179211"/>
                  <a:gd name="connsiteY419" fmla="*/ 84816 h 84574"/>
                  <a:gd name="connsiteX420" fmla="*/ 448487 w 1179211"/>
                  <a:gd name="connsiteY420" fmla="*/ 85783 h 84574"/>
                  <a:gd name="connsiteX421" fmla="*/ 455012 w 1179211"/>
                  <a:gd name="connsiteY421" fmla="*/ 84816 h 84574"/>
                  <a:gd name="connsiteX422" fmla="*/ 460569 w 1179211"/>
                  <a:gd name="connsiteY422" fmla="*/ 82158 h 84574"/>
                  <a:gd name="connsiteX423" fmla="*/ 458636 w 1179211"/>
                  <a:gd name="connsiteY423" fmla="*/ 77325 h 84574"/>
                  <a:gd name="connsiteX424" fmla="*/ 409825 w 1179211"/>
                  <a:gd name="connsiteY424" fmla="*/ 28997 h 84574"/>
                  <a:gd name="connsiteX425" fmla="*/ 399676 w 1179211"/>
                  <a:gd name="connsiteY425" fmla="*/ 28997 h 84574"/>
                  <a:gd name="connsiteX426" fmla="*/ 399676 w 1179211"/>
                  <a:gd name="connsiteY426" fmla="*/ 84091 h 84574"/>
                  <a:gd name="connsiteX427" fmla="*/ 409825 w 1179211"/>
                  <a:gd name="connsiteY427" fmla="*/ 84091 h 84574"/>
                  <a:gd name="connsiteX428" fmla="*/ 409825 w 1179211"/>
                  <a:gd name="connsiteY428" fmla="*/ 28997 h 84574"/>
                  <a:gd name="connsiteX429" fmla="*/ 409341 w 1179211"/>
                  <a:gd name="connsiteY429" fmla="*/ 2416 h 84574"/>
                  <a:gd name="connsiteX430" fmla="*/ 404992 w 1179211"/>
                  <a:gd name="connsiteY430" fmla="*/ 483 h 84574"/>
                  <a:gd name="connsiteX431" fmla="*/ 400400 w 1179211"/>
                  <a:gd name="connsiteY431" fmla="*/ 2416 h 84574"/>
                  <a:gd name="connsiteX432" fmla="*/ 398467 w 1179211"/>
                  <a:gd name="connsiteY432" fmla="*/ 6766 h 84574"/>
                  <a:gd name="connsiteX433" fmla="*/ 400400 w 1179211"/>
                  <a:gd name="connsiteY433" fmla="*/ 11116 h 84574"/>
                  <a:gd name="connsiteX434" fmla="*/ 404992 w 1179211"/>
                  <a:gd name="connsiteY434" fmla="*/ 13049 h 84574"/>
                  <a:gd name="connsiteX435" fmla="*/ 409341 w 1179211"/>
                  <a:gd name="connsiteY435" fmla="*/ 11116 h 84574"/>
                  <a:gd name="connsiteX436" fmla="*/ 411274 w 1179211"/>
                  <a:gd name="connsiteY436" fmla="*/ 6766 h 84574"/>
                  <a:gd name="connsiteX437" fmla="*/ 409341 w 1179211"/>
                  <a:gd name="connsiteY437" fmla="*/ 2416 h 84574"/>
                  <a:gd name="connsiteX438" fmla="*/ 379619 w 1179211"/>
                  <a:gd name="connsiteY438" fmla="*/ 61377 h 84574"/>
                  <a:gd name="connsiteX439" fmla="*/ 375511 w 1179211"/>
                  <a:gd name="connsiteY439" fmla="*/ 56544 h 84574"/>
                  <a:gd name="connsiteX440" fmla="*/ 370195 w 1179211"/>
                  <a:gd name="connsiteY440" fmla="*/ 53403 h 84574"/>
                  <a:gd name="connsiteX441" fmla="*/ 364396 w 1179211"/>
                  <a:gd name="connsiteY441" fmla="*/ 51470 h 84574"/>
                  <a:gd name="connsiteX442" fmla="*/ 355938 w 1179211"/>
                  <a:gd name="connsiteY442" fmla="*/ 47603 h 84574"/>
                  <a:gd name="connsiteX443" fmla="*/ 352797 w 1179211"/>
                  <a:gd name="connsiteY443" fmla="*/ 40837 h 84574"/>
                  <a:gd name="connsiteX444" fmla="*/ 355697 w 1179211"/>
                  <a:gd name="connsiteY444" fmla="*/ 35280 h 84574"/>
                  <a:gd name="connsiteX445" fmla="*/ 362946 w 1179211"/>
                  <a:gd name="connsiteY445" fmla="*/ 33105 h 84574"/>
                  <a:gd name="connsiteX446" fmla="*/ 370195 w 1179211"/>
                  <a:gd name="connsiteY446" fmla="*/ 34796 h 84574"/>
                  <a:gd name="connsiteX447" fmla="*/ 374786 w 1179211"/>
                  <a:gd name="connsiteY447" fmla="*/ 38421 h 84574"/>
                  <a:gd name="connsiteX448" fmla="*/ 379619 w 1179211"/>
                  <a:gd name="connsiteY448" fmla="*/ 32380 h 84574"/>
                  <a:gd name="connsiteX449" fmla="*/ 373820 w 1179211"/>
                  <a:gd name="connsiteY449" fmla="*/ 28997 h 84574"/>
                  <a:gd name="connsiteX450" fmla="*/ 363429 w 1179211"/>
                  <a:gd name="connsiteY450" fmla="*/ 27306 h 84574"/>
                  <a:gd name="connsiteX451" fmla="*/ 355938 w 1179211"/>
                  <a:gd name="connsiteY451" fmla="*/ 28272 h 84574"/>
                  <a:gd name="connsiteX452" fmla="*/ 349656 w 1179211"/>
                  <a:gd name="connsiteY452" fmla="*/ 31172 h 84574"/>
                  <a:gd name="connsiteX453" fmla="*/ 345306 w 1179211"/>
                  <a:gd name="connsiteY453" fmla="*/ 36005 h 84574"/>
                  <a:gd name="connsiteX454" fmla="*/ 343615 w 1179211"/>
                  <a:gd name="connsiteY454" fmla="*/ 42771 h 84574"/>
                  <a:gd name="connsiteX455" fmla="*/ 345065 w 1179211"/>
                  <a:gd name="connsiteY455" fmla="*/ 50020 h 84574"/>
                  <a:gd name="connsiteX456" fmla="*/ 348931 w 1179211"/>
                  <a:gd name="connsiteY456" fmla="*/ 54853 h 84574"/>
                  <a:gd name="connsiteX457" fmla="*/ 354005 w 1179211"/>
                  <a:gd name="connsiteY457" fmla="*/ 57752 h 84574"/>
                  <a:gd name="connsiteX458" fmla="*/ 359321 w 1179211"/>
                  <a:gd name="connsiteY458" fmla="*/ 59686 h 84574"/>
                  <a:gd name="connsiteX459" fmla="*/ 367779 w 1179211"/>
                  <a:gd name="connsiteY459" fmla="*/ 63310 h 84574"/>
                  <a:gd name="connsiteX460" fmla="*/ 370920 w 1179211"/>
                  <a:gd name="connsiteY460" fmla="*/ 70559 h 84574"/>
                  <a:gd name="connsiteX461" fmla="*/ 368262 w 1179211"/>
                  <a:gd name="connsiteY461" fmla="*/ 77325 h 84574"/>
                  <a:gd name="connsiteX462" fmla="*/ 360771 w 1179211"/>
                  <a:gd name="connsiteY462" fmla="*/ 79742 h 84574"/>
                  <a:gd name="connsiteX463" fmla="*/ 355938 w 1179211"/>
                  <a:gd name="connsiteY463" fmla="*/ 79017 h 84574"/>
                  <a:gd name="connsiteX464" fmla="*/ 351830 w 1179211"/>
                  <a:gd name="connsiteY464" fmla="*/ 76842 h 84574"/>
                  <a:gd name="connsiteX465" fmla="*/ 348447 w 1179211"/>
                  <a:gd name="connsiteY465" fmla="*/ 74184 h 84574"/>
                  <a:gd name="connsiteX466" fmla="*/ 346031 w 1179211"/>
                  <a:gd name="connsiteY466" fmla="*/ 71768 h 84574"/>
                  <a:gd name="connsiteX467" fmla="*/ 341198 w 1179211"/>
                  <a:gd name="connsiteY467" fmla="*/ 79500 h 84574"/>
                  <a:gd name="connsiteX468" fmla="*/ 360288 w 1179211"/>
                  <a:gd name="connsiteY468" fmla="*/ 85783 h 84574"/>
                  <a:gd name="connsiteX469" fmla="*/ 368020 w 1179211"/>
                  <a:gd name="connsiteY469" fmla="*/ 84575 h 84574"/>
                  <a:gd name="connsiteX470" fmla="*/ 374303 w 1179211"/>
                  <a:gd name="connsiteY470" fmla="*/ 81192 h 84574"/>
                  <a:gd name="connsiteX471" fmla="*/ 378411 w 1179211"/>
                  <a:gd name="connsiteY471" fmla="*/ 75634 h 84574"/>
                  <a:gd name="connsiteX472" fmla="*/ 380103 w 1179211"/>
                  <a:gd name="connsiteY472" fmla="*/ 68143 h 84574"/>
                  <a:gd name="connsiteX473" fmla="*/ 379619 w 1179211"/>
                  <a:gd name="connsiteY473" fmla="*/ 61377 h 84574"/>
                  <a:gd name="connsiteX474" fmla="*/ 298428 w 1179211"/>
                  <a:gd name="connsiteY474" fmla="*/ 84091 h 84574"/>
                  <a:gd name="connsiteX475" fmla="*/ 307852 w 1179211"/>
                  <a:gd name="connsiteY475" fmla="*/ 84091 h 84574"/>
                  <a:gd name="connsiteX476" fmla="*/ 307852 w 1179211"/>
                  <a:gd name="connsiteY476" fmla="*/ 57511 h 84574"/>
                  <a:gd name="connsiteX477" fmla="*/ 308093 w 1179211"/>
                  <a:gd name="connsiteY477" fmla="*/ 51953 h 84574"/>
                  <a:gd name="connsiteX478" fmla="*/ 308818 w 1179211"/>
                  <a:gd name="connsiteY478" fmla="*/ 46637 h 84574"/>
                  <a:gd name="connsiteX479" fmla="*/ 312926 w 1179211"/>
                  <a:gd name="connsiteY479" fmla="*/ 37938 h 84574"/>
                  <a:gd name="connsiteX480" fmla="*/ 318967 w 1179211"/>
                  <a:gd name="connsiteY480" fmla="*/ 34555 h 84574"/>
                  <a:gd name="connsiteX481" fmla="*/ 325008 w 1179211"/>
                  <a:gd name="connsiteY481" fmla="*/ 40596 h 84574"/>
                  <a:gd name="connsiteX482" fmla="*/ 333224 w 1179211"/>
                  <a:gd name="connsiteY482" fmla="*/ 37696 h 84574"/>
                  <a:gd name="connsiteX483" fmla="*/ 332016 w 1179211"/>
                  <a:gd name="connsiteY483" fmla="*/ 32863 h 84574"/>
                  <a:gd name="connsiteX484" fmla="*/ 329599 w 1179211"/>
                  <a:gd name="connsiteY484" fmla="*/ 29722 h 84574"/>
                  <a:gd name="connsiteX485" fmla="*/ 326216 w 1179211"/>
                  <a:gd name="connsiteY485" fmla="*/ 28030 h 84574"/>
                  <a:gd name="connsiteX486" fmla="*/ 322833 w 1179211"/>
                  <a:gd name="connsiteY486" fmla="*/ 27547 h 84574"/>
                  <a:gd name="connsiteX487" fmla="*/ 314134 w 1179211"/>
                  <a:gd name="connsiteY487" fmla="*/ 30205 h 84574"/>
                  <a:gd name="connsiteX488" fmla="*/ 307852 w 1179211"/>
                  <a:gd name="connsiteY488" fmla="*/ 37696 h 84574"/>
                  <a:gd name="connsiteX489" fmla="*/ 306643 w 1179211"/>
                  <a:gd name="connsiteY489" fmla="*/ 28272 h 84574"/>
                  <a:gd name="connsiteX490" fmla="*/ 297219 w 1179211"/>
                  <a:gd name="connsiteY490" fmla="*/ 29239 h 84574"/>
                  <a:gd name="connsiteX491" fmla="*/ 297461 w 1179211"/>
                  <a:gd name="connsiteY491" fmla="*/ 31413 h 84574"/>
                  <a:gd name="connsiteX492" fmla="*/ 297944 w 1179211"/>
                  <a:gd name="connsiteY492" fmla="*/ 35038 h 84574"/>
                  <a:gd name="connsiteX493" fmla="*/ 298186 w 1179211"/>
                  <a:gd name="connsiteY493" fmla="*/ 39146 h 84574"/>
                  <a:gd name="connsiteX494" fmla="*/ 298428 w 1179211"/>
                  <a:gd name="connsiteY494" fmla="*/ 43254 h 84574"/>
                  <a:gd name="connsiteX495" fmla="*/ 298428 w 1179211"/>
                  <a:gd name="connsiteY495" fmla="*/ 84091 h 84574"/>
                  <a:gd name="connsiteX496" fmla="*/ 267981 w 1179211"/>
                  <a:gd name="connsiteY496" fmla="*/ 38179 h 84574"/>
                  <a:gd name="connsiteX497" fmla="*/ 271122 w 1179211"/>
                  <a:gd name="connsiteY497" fmla="*/ 50262 h 84574"/>
                  <a:gd name="connsiteX498" fmla="*/ 271122 w 1179211"/>
                  <a:gd name="connsiteY498" fmla="*/ 52195 h 84574"/>
                  <a:gd name="connsiteX499" fmla="*/ 243817 w 1179211"/>
                  <a:gd name="connsiteY499" fmla="*/ 52195 h 84574"/>
                  <a:gd name="connsiteX500" fmla="*/ 245508 w 1179211"/>
                  <a:gd name="connsiteY500" fmla="*/ 45187 h 84574"/>
                  <a:gd name="connsiteX501" fmla="*/ 248649 w 1179211"/>
                  <a:gd name="connsiteY501" fmla="*/ 39388 h 84574"/>
                  <a:gd name="connsiteX502" fmla="*/ 253241 w 1179211"/>
                  <a:gd name="connsiteY502" fmla="*/ 35280 h 84574"/>
                  <a:gd name="connsiteX503" fmla="*/ 259282 w 1179211"/>
                  <a:gd name="connsiteY503" fmla="*/ 33830 h 84574"/>
                  <a:gd name="connsiteX504" fmla="*/ 267981 w 1179211"/>
                  <a:gd name="connsiteY504" fmla="*/ 38179 h 84574"/>
                  <a:gd name="connsiteX505" fmla="*/ 281029 w 1179211"/>
                  <a:gd name="connsiteY505" fmla="*/ 58236 h 84574"/>
                  <a:gd name="connsiteX506" fmla="*/ 281029 w 1179211"/>
                  <a:gd name="connsiteY506" fmla="*/ 52678 h 84574"/>
                  <a:gd name="connsiteX507" fmla="*/ 280063 w 1179211"/>
                  <a:gd name="connsiteY507" fmla="*/ 43496 h 84574"/>
                  <a:gd name="connsiteX508" fmla="*/ 276438 w 1179211"/>
                  <a:gd name="connsiteY508" fmla="*/ 35280 h 84574"/>
                  <a:gd name="connsiteX509" fmla="*/ 269672 w 1179211"/>
                  <a:gd name="connsiteY509" fmla="*/ 29480 h 84574"/>
                  <a:gd name="connsiteX510" fmla="*/ 259040 w 1179211"/>
                  <a:gd name="connsiteY510" fmla="*/ 27306 h 84574"/>
                  <a:gd name="connsiteX511" fmla="*/ 249133 w 1179211"/>
                  <a:gd name="connsiteY511" fmla="*/ 29480 h 84574"/>
                  <a:gd name="connsiteX512" fmla="*/ 241159 w 1179211"/>
                  <a:gd name="connsiteY512" fmla="*/ 35521 h 84574"/>
                  <a:gd name="connsiteX513" fmla="*/ 235842 w 1179211"/>
                  <a:gd name="connsiteY513" fmla="*/ 44704 h 84574"/>
                  <a:gd name="connsiteX514" fmla="*/ 233909 w 1179211"/>
                  <a:gd name="connsiteY514" fmla="*/ 56544 h 84574"/>
                  <a:gd name="connsiteX515" fmla="*/ 240675 w 1179211"/>
                  <a:gd name="connsiteY515" fmla="*/ 78292 h 84574"/>
                  <a:gd name="connsiteX516" fmla="*/ 260490 w 1179211"/>
                  <a:gd name="connsiteY516" fmla="*/ 85783 h 84574"/>
                  <a:gd name="connsiteX517" fmla="*/ 272572 w 1179211"/>
                  <a:gd name="connsiteY517" fmla="*/ 83125 h 84574"/>
                  <a:gd name="connsiteX518" fmla="*/ 282238 w 1179211"/>
                  <a:gd name="connsiteY518" fmla="*/ 75151 h 84574"/>
                  <a:gd name="connsiteX519" fmla="*/ 278371 w 1179211"/>
                  <a:gd name="connsiteY519" fmla="*/ 71043 h 84574"/>
                  <a:gd name="connsiteX520" fmla="*/ 268947 w 1179211"/>
                  <a:gd name="connsiteY520" fmla="*/ 77567 h 84574"/>
                  <a:gd name="connsiteX521" fmla="*/ 261215 w 1179211"/>
                  <a:gd name="connsiteY521" fmla="*/ 79017 h 84574"/>
                  <a:gd name="connsiteX522" fmla="*/ 248649 w 1179211"/>
                  <a:gd name="connsiteY522" fmla="*/ 73701 h 84574"/>
                  <a:gd name="connsiteX523" fmla="*/ 244058 w 1179211"/>
                  <a:gd name="connsiteY523" fmla="*/ 58477 h 84574"/>
                  <a:gd name="connsiteX524" fmla="*/ 281029 w 1179211"/>
                  <a:gd name="connsiteY524" fmla="*/ 58477 h 84574"/>
                  <a:gd name="connsiteX525" fmla="*/ 183648 w 1179211"/>
                  <a:gd name="connsiteY525" fmla="*/ 28997 h 84574"/>
                  <a:gd name="connsiteX526" fmla="*/ 172774 w 1179211"/>
                  <a:gd name="connsiteY526" fmla="*/ 28997 h 84574"/>
                  <a:gd name="connsiteX527" fmla="*/ 195247 w 1179211"/>
                  <a:gd name="connsiteY527" fmla="*/ 85300 h 84574"/>
                  <a:gd name="connsiteX528" fmla="*/ 203221 w 1179211"/>
                  <a:gd name="connsiteY528" fmla="*/ 85300 h 84574"/>
                  <a:gd name="connsiteX529" fmla="*/ 226418 w 1179211"/>
                  <a:gd name="connsiteY529" fmla="*/ 28997 h 84574"/>
                  <a:gd name="connsiteX530" fmla="*/ 217236 w 1179211"/>
                  <a:gd name="connsiteY530" fmla="*/ 28997 h 84574"/>
                  <a:gd name="connsiteX531" fmla="*/ 202496 w 1179211"/>
                  <a:gd name="connsiteY531" fmla="*/ 67660 h 84574"/>
                  <a:gd name="connsiteX532" fmla="*/ 200079 w 1179211"/>
                  <a:gd name="connsiteY532" fmla="*/ 76359 h 84574"/>
                  <a:gd name="connsiteX533" fmla="*/ 199354 w 1179211"/>
                  <a:gd name="connsiteY533" fmla="*/ 72734 h 84574"/>
                  <a:gd name="connsiteX534" fmla="*/ 197663 w 1179211"/>
                  <a:gd name="connsiteY534" fmla="*/ 67176 h 84574"/>
                  <a:gd name="connsiteX535" fmla="*/ 183648 w 1179211"/>
                  <a:gd name="connsiteY535" fmla="*/ 28997 h 84574"/>
                  <a:gd name="connsiteX536" fmla="*/ 159000 w 1179211"/>
                  <a:gd name="connsiteY536" fmla="*/ 28997 h 84574"/>
                  <a:gd name="connsiteX537" fmla="*/ 148851 w 1179211"/>
                  <a:gd name="connsiteY537" fmla="*/ 28997 h 84574"/>
                  <a:gd name="connsiteX538" fmla="*/ 148851 w 1179211"/>
                  <a:gd name="connsiteY538" fmla="*/ 84091 h 84574"/>
                  <a:gd name="connsiteX539" fmla="*/ 159000 w 1179211"/>
                  <a:gd name="connsiteY539" fmla="*/ 84091 h 84574"/>
                  <a:gd name="connsiteX540" fmla="*/ 159000 w 1179211"/>
                  <a:gd name="connsiteY540" fmla="*/ 28997 h 84574"/>
                  <a:gd name="connsiteX541" fmla="*/ 158517 w 1179211"/>
                  <a:gd name="connsiteY541" fmla="*/ 2416 h 84574"/>
                  <a:gd name="connsiteX542" fmla="*/ 154167 w 1179211"/>
                  <a:gd name="connsiteY542" fmla="*/ 483 h 84574"/>
                  <a:gd name="connsiteX543" fmla="*/ 149576 w 1179211"/>
                  <a:gd name="connsiteY543" fmla="*/ 2416 h 84574"/>
                  <a:gd name="connsiteX544" fmla="*/ 147643 w 1179211"/>
                  <a:gd name="connsiteY544" fmla="*/ 6766 h 84574"/>
                  <a:gd name="connsiteX545" fmla="*/ 149576 w 1179211"/>
                  <a:gd name="connsiteY545" fmla="*/ 11116 h 84574"/>
                  <a:gd name="connsiteX546" fmla="*/ 154167 w 1179211"/>
                  <a:gd name="connsiteY546" fmla="*/ 13049 h 84574"/>
                  <a:gd name="connsiteX547" fmla="*/ 158517 w 1179211"/>
                  <a:gd name="connsiteY547" fmla="*/ 11116 h 84574"/>
                  <a:gd name="connsiteX548" fmla="*/ 160450 w 1179211"/>
                  <a:gd name="connsiteY548" fmla="*/ 6766 h 84574"/>
                  <a:gd name="connsiteX549" fmla="*/ 158517 w 1179211"/>
                  <a:gd name="connsiteY549" fmla="*/ 2416 h 84574"/>
                  <a:gd name="connsiteX550" fmla="*/ 128795 w 1179211"/>
                  <a:gd name="connsiteY550" fmla="*/ 84091 h 84574"/>
                  <a:gd name="connsiteX551" fmla="*/ 128795 w 1179211"/>
                  <a:gd name="connsiteY551" fmla="*/ 49537 h 84574"/>
                  <a:gd name="connsiteX552" fmla="*/ 128312 w 1179211"/>
                  <a:gd name="connsiteY552" fmla="*/ 41079 h 84574"/>
                  <a:gd name="connsiteX553" fmla="*/ 126137 w 1179211"/>
                  <a:gd name="connsiteY553" fmla="*/ 34071 h 84574"/>
                  <a:gd name="connsiteX554" fmla="*/ 120338 w 1179211"/>
                  <a:gd name="connsiteY554" fmla="*/ 29239 h 84574"/>
                  <a:gd name="connsiteX555" fmla="*/ 109705 w 1179211"/>
                  <a:gd name="connsiteY555" fmla="*/ 27306 h 84574"/>
                  <a:gd name="connsiteX556" fmla="*/ 102214 w 1179211"/>
                  <a:gd name="connsiteY556" fmla="*/ 28514 h 84574"/>
                  <a:gd name="connsiteX557" fmla="*/ 96898 w 1179211"/>
                  <a:gd name="connsiteY557" fmla="*/ 31655 h 84574"/>
                  <a:gd name="connsiteX558" fmla="*/ 93274 w 1179211"/>
                  <a:gd name="connsiteY558" fmla="*/ 35280 h 84574"/>
                  <a:gd name="connsiteX559" fmla="*/ 91341 w 1179211"/>
                  <a:gd name="connsiteY559" fmla="*/ 37938 h 84574"/>
                  <a:gd name="connsiteX560" fmla="*/ 90132 w 1179211"/>
                  <a:gd name="connsiteY560" fmla="*/ 28514 h 84574"/>
                  <a:gd name="connsiteX561" fmla="*/ 80708 w 1179211"/>
                  <a:gd name="connsiteY561" fmla="*/ 29480 h 84574"/>
                  <a:gd name="connsiteX562" fmla="*/ 80950 w 1179211"/>
                  <a:gd name="connsiteY562" fmla="*/ 31655 h 84574"/>
                  <a:gd name="connsiteX563" fmla="*/ 81433 w 1179211"/>
                  <a:gd name="connsiteY563" fmla="*/ 35280 h 84574"/>
                  <a:gd name="connsiteX564" fmla="*/ 81675 w 1179211"/>
                  <a:gd name="connsiteY564" fmla="*/ 39388 h 84574"/>
                  <a:gd name="connsiteX565" fmla="*/ 81917 w 1179211"/>
                  <a:gd name="connsiteY565" fmla="*/ 43496 h 84574"/>
                  <a:gd name="connsiteX566" fmla="*/ 81917 w 1179211"/>
                  <a:gd name="connsiteY566" fmla="*/ 84333 h 84574"/>
                  <a:gd name="connsiteX567" fmla="*/ 91824 w 1179211"/>
                  <a:gd name="connsiteY567" fmla="*/ 84333 h 84574"/>
                  <a:gd name="connsiteX568" fmla="*/ 91824 w 1179211"/>
                  <a:gd name="connsiteY568" fmla="*/ 53403 h 84574"/>
                  <a:gd name="connsiteX569" fmla="*/ 93032 w 1179211"/>
                  <a:gd name="connsiteY569" fmla="*/ 46154 h 84574"/>
                  <a:gd name="connsiteX570" fmla="*/ 96415 w 1179211"/>
                  <a:gd name="connsiteY570" fmla="*/ 40354 h 84574"/>
                  <a:gd name="connsiteX571" fmla="*/ 101248 w 1179211"/>
                  <a:gd name="connsiteY571" fmla="*/ 36488 h 84574"/>
                  <a:gd name="connsiteX572" fmla="*/ 107531 w 1179211"/>
                  <a:gd name="connsiteY572" fmla="*/ 35038 h 84574"/>
                  <a:gd name="connsiteX573" fmla="*/ 113572 w 1179211"/>
                  <a:gd name="connsiteY573" fmla="*/ 36005 h 84574"/>
                  <a:gd name="connsiteX574" fmla="*/ 117196 w 1179211"/>
                  <a:gd name="connsiteY574" fmla="*/ 38904 h 84574"/>
                  <a:gd name="connsiteX575" fmla="*/ 118888 w 1179211"/>
                  <a:gd name="connsiteY575" fmla="*/ 43496 h 84574"/>
                  <a:gd name="connsiteX576" fmla="*/ 119371 w 1179211"/>
                  <a:gd name="connsiteY576" fmla="*/ 49778 h 84574"/>
                  <a:gd name="connsiteX577" fmla="*/ 119371 w 1179211"/>
                  <a:gd name="connsiteY577" fmla="*/ 84333 h 84574"/>
                  <a:gd name="connsiteX578" fmla="*/ 128795 w 1179211"/>
                  <a:gd name="connsiteY578" fmla="*/ 84333 h 84574"/>
                  <a:gd name="connsiteX579" fmla="*/ 60894 w 1179211"/>
                  <a:gd name="connsiteY579" fmla="*/ 5799 h 84574"/>
                  <a:gd name="connsiteX580" fmla="*/ 50986 w 1179211"/>
                  <a:gd name="connsiteY580" fmla="*/ 5799 h 84574"/>
                  <a:gd name="connsiteX581" fmla="*/ 50986 w 1179211"/>
                  <a:gd name="connsiteY581" fmla="*/ 54128 h 84574"/>
                  <a:gd name="connsiteX582" fmla="*/ 49295 w 1179211"/>
                  <a:gd name="connsiteY582" fmla="*/ 66935 h 84574"/>
                  <a:gd name="connsiteX583" fmla="*/ 44945 w 1179211"/>
                  <a:gd name="connsiteY583" fmla="*/ 74667 h 84574"/>
                  <a:gd name="connsiteX584" fmla="*/ 38421 w 1179211"/>
                  <a:gd name="connsiteY584" fmla="*/ 78534 h 84574"/>
                  <a:gd name="connsiteX585" fmla="*/ 30447 w 1179211"/>
                  <a:gd name="connsiteY585" fmla="*/ 79500 h 84574"/>
                  <a:gd name="connsiteX586" fmla="*/ 22231 w 1179211"/>
                  <a:gd name="connsiteY586" fmla="*/ 78534 h 84574"/>
                  <a:gd name="connsiteX587" fmla="*/ 15707 w 1179211"/>
                  <a:gd name="connsiteY587" fmla="*/ 74667 h 84574"/>
                  <a:gd name="connsiteX588" fmla="*/ 11357 w 1179211"/>
                  <a:gd name="connsiteY588" fmla="*/ 66935 h 84574"/>
                  <a:gd name="connsiteX589" fmla="*/ 9666 w 1179211"/>
                  <a:gd name="connsiteY589" fmla="*/ 54128 h 84574"/>
                  <a:gd name="connsiteX590" fmla="*/ 9666 w 1179211"/>
                  <a:gd name="connsiteY590" fmla="*/ 5799 h 84574"/>
                  <a:gd name="connsiteX591" fmla="*/ 0 w 1179211"/>
                  <a:gd name="connsiteY591" fmla="*/ 5799 h 84574"/>
                  <a:gd name="connsiteX592" fmla="*/ 0 w 1179211"/>
                  <a:gd name="connsiteY592" fmla="*/ 54853 h 84574"/>
                  <a:gd name="connsiteX593" fmla="*/ 7733 w 1179211"/>
                  <a:gd name="connsiteY593" fmla="*/ 79500 h 84574"/>
                  <a:gd name="connsiteX594" fmla="*/ 30689 w 1179211"/>
                  <a:gd name="connsiteY594" fmla="*/ 86749 h 84574"/>
                  <a:gd name="connsiteX595" fmla="*/ 53403 w 1179211"/>
                  <a:gd name="connsiteY595" fmla="*/ 79500 h 84574"/>
                  <a:gd name="connsiteX596" fmla="*/ 60894 w 1179211"/>
                  <a:gd name="connsiteY596" fmla="*/ 54853 h 84574"/>
                  <a:gd name="connsiteX597" fmla="*/ 60894 w 1179211"/>
                  <a:gd name="connsiteY597" fmla="*/ 5799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</a:cxnLst>
                <a:rect l="l" t="t" r="r" b="b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1" name="Freihandform: Form 60">
                <a:extLst>
                  <a:ext uri="{FF2B5EF4-FFF2-40B4-BE49-F238E27FC236}">
                    <a16:creationId xmlns:a16="http://schemas.microsoft.com/office/drawing/2014/main" id="{62FEBD5E-81F2-4B87-AF0E-C85931DA9405}"/>
                  </a:ext>
                </a:extLst>
              </p:cNvPr>
              <p:cNvSpPr/>
              <p:nvPr/>
            </p:nvSpPr>
            <p:spPr>
              <a:xfrm>
                <a:off x="11569754" y="1219314"/>
                <a:ext cx="152234" cy="132903"/>
              </a:xfrm>
              <a:custGeom>
                <a:avLst/>
                <a:gdLst>
                  <a:gd name="connsiteX0" fmla="*/ 0 w 152234"/>
                  <a:gd name="connsiteY0" fmla="*/ 134353 h 132902"/>
                  <a:gd name="connsiteX1" fmla="*/ 84816 w 152234"/>
                  <a:gd name="connsiteY1" fmla="*/ 134353 h 132902"/>
                  <a:gd name="connsiteX2" fmla="*/ 152234 w 152234"/>
                  <a:gd name="connsiteY2" fmla="*/ 67176 h 132902"/>
                  <a:gd name="connsiteX3" fmla="*/ 84816 w 152234"/>
                  <a:gd name="connsiteY3" fmla="*/ 0 h 132902"/>
                  <a:gd name="connsiteX4" fmla="*/ 0 w 152234"/>
                  <a:gd name="connsiteY4" fmla="*/ 0 h 132902"/>
                  <a:gd name="connsiteX5" fmla="*/ 0 w 152234"/>
                  <a:gd name="connsiteY5" fmla="*/ 134353 h 132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</p:grpSp>
      <p:sp>
        <p:nvSpPr>
          <p:cNvPr id="38" name="Bildplatzhalter 4">
            <a:extLst>
              <a:ext uri="{FF2B5EF4-FFF2-40B4-BE49-F238E27FC236}">
                <a16:creationId xmlns:a16="http://schemas.microsoft.com/office/drawing/2014/main" id="{CB4FCE89-4ECE-184E-897C-4631FB0C0D0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193312" y="394879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39" name="Bildplatzhalter 4">
            <a:extLst>
              <a:ext uri="{FF2B5EF4-FFF2-40B4-BE49-F238E27FC236}">
                <a16:creationId xmlns:a16="http://schemas.microsoft.com/office/drawing/2014/main" id="{1123C5FD-FD36-EF46-A7BE-730ECD0226B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3259" y="394879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40" name="Bildplatzhalter 4">
            <a:extLst>
              <a:ext uri="{FF2B5EF4-FFF2-40B4-BE49-F238E27FC236}">
                <a16:creationId xmlns:a16="http://schemas.microsoft.com/office/drawing/2014/main" id="{76763FB6-F29F-6E45-A8AF-56E9738E6CB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3708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41" name="Bildplatzhalter 4">
            <a:extLst>
              <a:ext uri="{FF2B5EF4-FFF2-40B4-BE49-F238E27FC236}">
                <a16:creationId xmlns:a16="http://schemas.microsoft.com/office/drawing/2014/main" id="{A1AF13E3-064D-6244-AEC0-7A7D21E29C7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654279" y="4151976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72" name="Bildplatzhalter 4">
            <a:extLst>
              <a:ext uri="{FF2B5EF4-FFF2-40B4-BE49-F238E27FC236}">
                <a16:creationId xmlns:a16="http://schemas.microsoft.com/office/drawing/2014/main" id="{1472E981-D1BB-BD49-8ED3-BA240E3D17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0874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73" name="Inhaltsplatzhalter 3">
            <a:extLst>
              <a:ext uri="{FF2B5EF4-FFF2-40B4-BE49-F238E27FC236}">
                <a16:creationId xmlns:a16="http://schemas.microsoft.com/office/drawing/2014/main" id="{EA02FDF1-F7DB-BE48-B1B0-7B94721FC317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0" y="1422400"/>
            <a:ext cx="3491880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76474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F2B04C92-175E-41BA-89CE-B2785D9E3855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</p:grpSpPr>
        <p:sp>
          <p:nvSpPr>
            <p:cNvPr id="55" name="bk object 18">
              <a:extLst>
                <a:ext uri="{FF2B5EF4-FFF2-40B4-BE49-F238E27FC236}">
                  <a16:creationId xmlns:a16="http://schemas.microsoft.com/office/drawing/2014/main" id="{AFB087C7-FC7D-4892-B0D6-EA804CF535FD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bk object 18">
              <a:extLst>
                <a:ext uri="{FF2B5EF4-FFF2-40B4-BE49-F238E27FC236}">
                  <a16:creationId xmlns:a16="http://schemas.microsoft.com/office/drawing/2014/main" id="{FA50712F-6C72-4330-A489-54C0FA78213C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Holder 3">
              <a:extLst>
                <a:ext uri="{FF2B5EF4-FFF2-40B4-BE49-F238E27FC236}">
                  <a16:creationId xmlns:a16="http://schemas.microsoft.com/office/drawing/2014/main" id="{390EDD11-ED96-4F2C-BB78-7CE69D30A03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03D4771-8BB8-4FA1-A2DA-170FCFE20560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26594" y="330910"/>
            <a:ext cx="6826772" cy="45232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32F5159-1DFE-4F9C-BE85-E97D32EA19C5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521550" y="1422399"/>
            <a:ext cx="8100956" cy="3423465"/>
          </a:xfrm>
          <a:prstGeom prst="rect">
            <a:avLst/>
          </a:prstGeom>
        </p:spPr>
        <p:txBody>
          <a:bodyPr vert="horz" lIns="0" tIns="7200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64DE2C-9DE8-411C-83C3-1274BB370203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35496" y="4975579"/>
            <a:ext cx="337406" cy="14868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1">
                <a:solidFill>
                  <a:schemeClr val="bg1"/>
                </a:solidFill>
              </a:defRPr>
            </a:lvl1pPr>
          </a:lstStyle>
          <a:p>
            <a:fld id="{9D195BCC-3514-4B1B-9C18-24F3D67EC549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8C549DC-12B4-40A5-A309-CF801E18C8D4}"/>
              </a:ext>
            </a:extLst>
          </p:cNvPr>
          <p:cNvSpPr>
            <a:spLocks noGrp="1"/>
          </p:cNvSpPr>
          <p:nvPr userDrawn="1">
            <p:ph type="ftr" sz="quarter" idx="3"/>
          </p:nvPr>
        </p:nvSpPr>
        <p:spPr>
          <a:xfrm>
            <a:off x="628650" y="4975579"/>
            <a:ext cx="7129704" cy="14868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E9F45371-9B7D-4505-A4D1-3E02BE436A0C}"/>
              </a:ext>
            </a:extLst>
          </p:cNvPr>
          <p:cNvCxnSpPr>
            <a:cxnSpLocks/>
          </p:cNvCxnSpPr>
          <p:nvPr userDrawn="1"/>
        </p:nvCxnSpPr>
        <p:spPr>
          <a:xfrm>
            <a:off x="521551" y="974732"/>
            <a:ext cx="5634625" cy="0"/>
          </a:xfrm>
          <a:prstGeom prst="line">
            <a:avLst/>
          </a:prstGeom>
          <a:ln w="19050">
            <a:solidFill>
              <a:srgbClr val="CCD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afik 9">
            <a:extLst>
              <a:ext uri="{FF2B5EF4-FFF2-40B4-BE49-F238E27FC236}">
                <a16:creationId xmlns:a16="http://schemas.microsoft.com/office/drawing/2014/main" id="{A240364D-AE4D-440E-88A8-B05FF302FB9D}"/>
              </a:ext>
            </a:extLst>
          </p:cNvPr>
          <p:cNvGrpSpPr/>
          <p:nvPr userDrawn="1"/>
        </p:nvGrpSpPr>
        <p:grpSpPr>
          <a:xfrm>
            <a:off x="7741437" y="394294"/>
            <a:ext cx="1049330" cy="621121"/>
            <a:chOff x="10321916" y="525077"/>
            <a:chExt cx="1399106" cy="827140"/>
          </a:xfrm>
          <a:solidFill>
            <a:schemeClr val="accent1"/>
          </a:solidFill>
        </p:grpSpPr>
        <p:grpSp>
          <p:nvGrpSpPr>
            <p:cNvPr id="20" name="Grafik 9">
              <a:extLst>
                <a:ext uri="{FF2B5EF4-FFF2-40B4-BE49-F238E27FC236}">
                  <a16:creationId xmlns:a16="http://schemas.microsoft.com/office/drawing/2014/main" id="{A240364D-AE4D-440E-88A8-B05FF302FB9D}"/>
                </a:ext>
              </a:extLst>
            </p:cNvPr>
            <p:cNvGrpSpPr/>
            <p:nvPr/>
          </p:nvGrpSpPr>
          <p:grpSpPr>
            <a:xfrm>
              <a:off x="10321916" y="525077"/>
              <a:ext cx="1179212" cy="575107"/>
              <a:chOff x="10321916" y="525077"/>
              <a:chExt cx="1179212" cy="575107"/>
            </a:xfrm>
            <a:solidFill>
              <a:schemeClr val="accent1"/>
            </a:solidFill>
          </p:grpSpPr>
          <p:sp>
            <p:nvSpPr>
              <p:cNvPr id="21" name="Freihandform: Form 20">
                <a:extLst>
                  <a:ext uri="{FF2B5EF4-FFF2-40B4-BE49-F238E27FC236}">
                    <a16:creationId xmlns:a16="http://schemas.microsoft.com/office/drawing/2014/main" id="{C5CA81CC-0A8C-4F0A-898F-756081956301}"/>
                  </a:ext>
                </a:extLst>
              </p:cNvPr>
              <p:cNvSpPr/>
              <p:nvPr/>
            </p:nvSpPr>
            <p:spPr>
              <a:xfrm>
                <a:off x="11143981" y="639857"/>
                <a:ext cx="357630" cy="357630"/>
              </a:xfrm>
              <a:custGeom>
                <a:avLst/>
                <a:gdLst>
                  <a:gd name="connsiteX0" fmla="*/ 358113 w 357629"/>
                  <a:gd name="connsiteY0" fmla="*/ 0 h 357629"/>
                  <a:gd name="connsiteX1" fmla="*/ 358113 w 357629"/>
                  <a:gd name="connsiteY1" fmla="*/ 179540 h 357629"/>
                  <a:gd name="connsiteX2" fmla="*/ 179057 w 357629"/>
                  <a:gd name="connsiteY2" fmla="*/ 359080 h 357629"/>
                  <a:gd name="connsiteX3" fmla="*/ 0 w 357629"/>
                  <a:gd name="connsiteY3" fmla="*/ 179540 h 357629"/>
                  <a:gd name="connsiteX4" fmla="*/ 0 w 357629"/>
                  <a:gd name="connsiteY4" fmla="*/ 0 h 357629"/>
                  <a:gd name="connsiteX5" fmla="*/ 90857 w 357629"/>
                  <a:gd name="connsiteY5" fmla="*/ 0 h 357629"/>
                  <a:gd name="connsiteX6" fmla="*/ 90857 w 357629"/>
                  <a:gd name="connsiteY6" fmla="*/ 171807 h 357629"/>
                  <a:gd name="connsiteX7" fmla="*/ 179057 w 357629"/>
                  <a:gd name="connsiteY7" fmla="*/ 265323 h 357629"/>
                  <a:gd name="connsiteX8" fmla="*/ 267256 w 357629"/>
                  <a:gd name="connsiteY8" fmla="*/ 171807 h 357629"/>
                  <a:gd name="connsiteX9" fmla="*/ 267256 w 357629"/>
                  <a:gd name="connsiteY9" fmla="*/ 0 h 357629"/>
                  <a:gd name="connsiteX10" fmla="*/ 358113 w 357629"/>
                  <a:gd name="connsiteY10" fmla="*/ 0 h 35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  <p:sp>
            <p:nvSpPr>
              <p:cNvPr id="22" name="Freihandform: Form 21">
                <a:extLst>
                  <a:ext uri="{FF2B5EF4-FFF2-40B4-BE49-F238E27FC236}">
                    <a16:creationId xmlns:a16="http://schemas.microsoft.com/office/drawing/2014/main" id="{1076D363-C034-4E14-9F45-AC0FCE1EDB18}"/>
                  </a:ext>
                </a:extLst>
              </p:cNvPr>
              <p:cNvSpPr/>
              <p:nvPr/>
            </p:nvSpPr>
            <p:spPr>
              <a:xfrm>
                <a:off x="10321916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 dirty="0"/>
              </a:p>
            </p:txBody>
          </p:sp>
          <p:sp>
            <p:nvSpPr>
              <p:cNvPr id="23" name="Freihandform: Form 22">
                <a:extLst>
                  <a:ext uri="{FF2B5EF4-FFF2-40B4-BE49-F238E27FC236}">
                    <a16:creationId xmlns:a16="http://schemas.microsoft.com/office/drawing/2014/main" id="{594D7886-9B36-4085-8FC4-E5D73FFB04FF}"/>
                  </a:ext>
                </a:extLst>
              </p:cNvPr>
              <p:cNvSpPr/>
              <p:nvPr/>
            </p:nvSpPr>
            <p:spPr>
              <a:xfrm>
                <a:off x="10734399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  <p:sp>
            <p:nvSpPr>
              <p:cNvPr id="24" name="Freihandform: Form 23">
                <a:extLst>
                  <a:ext uri="{FF2B5EF4-FFF2-40B4-BE49-F238E27FC236}">
                    <a16:creationId xmlns:a16="http://schemas.microsoft.com/office/drawing/2014/main" id="{34A71752-C6CB-41A1-9ED4-535445E5CA2A}"/>
                  </a:ext>
                </a:extLst>
              </p:cNvPr>
              <p:cNvSpPr/>
              <p:nvPr/>
            </p:nvSpPr>
            <p:spPr>
              <a:xfrm>
                <a:off x="104640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  <p:sp>
            <p:nvSpPr>
              <p:cNvPr id="25" name="Freihandform: Form 24">
                <a:extLst>
                  <a:ext uri="{FF2B5EF4-FFF2-40B4-BE49-F238E27FC236}">
                    <a16:creationId xmlns:a16="http://schemas.microsoft.com/office/drawing/2014/main" id="{0B449204-D2C5-46C7-9446-78CB3AE33C0F}"/>
                  </a:ext>
                </a:extLst>
              </p:cNvPr>
              <p:cNvSpPr/>
              <p:nvPr/>
            </p:nvSpPr>
            <p:spPr>
              <a:xfrm>
                <a:off x="10610678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  <p:sp>
            <p:nvSpPr>
              <p:cNvPr id="26" name="Freihandform: Form 25">
                <a:extLst>
                  <a:ext uri="{FF2B5EF4-FFF2-40B4-BE49-F238E27FC236}">
                    <a16:creationId xmlns:a16="http://schemas.microsoft.com/office/drawing/2014/main" id="{836500CA-7AFD-48CA-B6D3-0D77161C68BC}"/>
                  </a:ext>
                </a:extLst>
              </p:cNvPr>
              <p:cNvSpPr/>
              <p:nvPr/>
            </p:nvSpPr>
            <p:spPr>
              <a:xfrm>
                <a:off x="109497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</p:grpSp>
        <p:sp>
          <p:nvSpPr>
            <p:cNvPr id="27" name="Freihandform: Form 26">
              <a:extLst>
                <a:ext uri="{FF2B5EF4-FFF2-40B4-BE49-F238E27FC236}">
                  <a16:creationId xmlns:a16="http://schemas.microsoft.com/office/drawing/2014/main" id="{17016B36-B092-4AFD-B601-383B7784BFBF}"/>
                </a:ext>
              </a:extLst>
            </p:cNvPr>
            <p:cNvSpPr/>
            <p:nvPr/>
          </p:nvSpPr>
          <p:spPr>
            <a:xfrm>
              <a:off x="10322158" y="1089069"/>
              <a:ext cx="57994" cy="77325"/>
            </a:xfrm>
            <a:custGeom>
              <a:avLst/>
              <a:gdLst>
                <a:gd name="connsiteX0" fmla="*/ 49053 w 57994"/>
                <a:gd name="connsiteY0" fmla="*/ 0 h 77325"/>
                <a:gd name="connsiteX1" fmla="*/ 49053 w 57994"/>
                <a:gd name="connsiteY1" fmla="*/ 34071 h 77325"/>
                <a:gd name="connsiteX2" fmla="*/ 10149 w 57994"/>
                <a:gd name="connsiteY2" fmla="*/ 34071 h 77325"/>
                <a:gd name="connsiteX3" fmla="*/ 10149 w 57994"/>
                <a:gd name="connsiteY3" fmla="*/ 0 h 77325"/>
                <a:gd name="connsiteX4" fmla="*/ 0 w 57994"/>
                <a:gd name="connsiteY4" fmla="*/ 0 h 77325"/>
                <a:gd name="connsiteX5" fmla="*/ 0 w 57994"/>
                <a:gd name="connsiteY5" fmla="*/ 78292 h 77325"/>
                <a:gd name="connsiteX6" fmla="*/ 10149 w 57994"/>
                <a:gd name="connsiteY6" fmla="*/ 78292 h 77325"/>
                <a:gd name="connsiteX7" fmla="*/ 10149 w 57994"/>
                <a:gd name="connsiteY7" fmla="*/ 40837 h 77325"/>
                <a:gd name="connsiteX8" fmla="*/ 49053 w 57994"/>
                <a:gd name="connsiteY8" fmla="*/ 40837 h 77325"/>
                <a:gd name="connsiteX9" fmla="*/ 49053 w 57994"/>
                <a:gd name="connsiteY9" fmla="*/ 78292 h 77325"/>
                <a:gd name="connsiteX10" fmla="*/ 58961 w 57994"/>
                <a:gd name="connsiteY10" fmla="*/ 78292 h 77325"/>
                <a:gd name="connsiteX11" fmla="*/ 58961 w 57994"/>
                <a:gd name="connsiteY11" fmla="*/ 0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de-DE" sz="1351"/>
            </a:p>
          </p:txBody>
        </p:sp>
        <p:sp>
          <p:nvSpPr>
            <p:cNvPr id="28" name="Freihandform: Form 27">
              <a:extLst>
                <a:ext uri="{FF2B5EF4-FFF2-40B4-BE49-F238E27FC236}">
                  <a16:creationId xmlns:a16="http://schemas.microsoft.com/office/drawing/2014/main" id="{D1A46A87-4807-4767-B647-E3EC036BC92A}"/>
                </a:ext>
              </a:extLst>
            </p:cNvPr>
            <p:cNvSpPr/>
            <p:nvPr/>
          </p:nvSpPr>
          <p:spPr>
            <a:xfrm>
              <a:off x="10399483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6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de-DE" sz="1351"/>
            </a:p>
          </p:txBody>
        </p:sp>
        <p:sp>
          <p:nvSpPr>
            <p:cNvPr id="29" name="Freihandform: Form 28">
              <a:extLst>
                <a:ext uri="{FF2B5EF4-FFF2-40B4-BE49-F238E27FC236}">
                  <a16:creationId xmlns:a16="http://schemas.microsoft.com/office/drawing/2014/main" id="{59FDC7EA-9A66-40BA-AEEF-50B9422FB283}"/>
                </a:ext>
              </a:extLst>
            </p:cNvPr>
            <p:cNvSpPr/>
            <p:nvPr/>
          </p:nvSpPr>
          <p:spPr>
            <a:xfrm>
              <a:off x="104654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de-DE" sz="1351"/>
            </a:p>
          </p:txBody>
        </p:sp>
        <p:grpSp>
          <p:nvGrpSpPr>
            <p:cNvPr id="30" name="Grafik 9">
              <a:extLst>
                <a:ext uri="{FF2B5EF4-FFF2-40B4-BE49-F238E27FC236}">
                  <a16:creationId xmlns:a16="http://schemas.microsoft.com/office/drawing/2014/main" id="{A240364D-AE4D-440E-88A8-B05FF302FB9D}"/>
                </a:ext>
              </a:extLst>
            </p:cNvPr>
            <p:cNvGrpSpPr/>
            <p:nvPr/>
          </p:nvGrpSpPr>
          <p:grpSpPr>
            <a:xfrm>
              <a:off x="10496140" y="1110575"/>
              <a:ext cx="101490" cy="55578"/>
              <a:chOff x="10496140" y="1110575"/>
              <a:chExt cx="101490" cy="55578"/>
            </a:xfrm>
            <a:solidFill>
              <a:srgbClr val="000000"/>
            </a:solidFill>
          </p:grpSpPr>
          <p:sp>
            <p:nvSpPr>
              <p:cNvPr id="31" name="Freihandform: Form 30">
                <a:extLst>
                  <a:ext uri="{FF2B5EF4-FFF2-40B4-BE49-F238E27FC236}">
                    <a16:creationId xmlns:a16="http://schemas.microsoft.com/office/drawing/2014/main" id="{EDC61321-1CDD-47FE-82F4-EC44AE05670E}"/>
                  </a:ext>
                </a:extLst>
              </p:cNvPr>
              <p:cNvSpPr/>
              <p:nvPr/>
            </p:nvSpPr>
            <p:spPr>
              <a:xfrm>
                <a:off x="104961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  <p:sp>
            <p:nvSpPr>
              <p:cNvPr id="32" name="Freihandform: Form 31">
                <a:extLst>
                  <a:ext uri="{FF2B5EF4-FFF2-40B4-BE49-F238E27FC236}">
                    <a16:creationId xmlns:a16="http://schemas.microsoft.com/office/drawing/2014/main" id="{88F89A53-4AB3-4A93-B3CB-37874A98D1FD}"/>
                  </a:ext>
                </a:extLst>
              </p:cNvPr>
              <p:cNvSpPr/>
              <p:nvPr/>
            </p:nvSpPr>
            <p:spPr>
              <a:xfrm>
                <a:off x="10562833" y="1110816"/>
                <a:ext cx="33830" cy="55578"/>
              </a:xfrm>
              <a:custGeom>
                <a:avLst/>
                <a:gdLst>
                  <a:gd name="connsiteX0" fmla="*/ 1208 w 33829"/>
                  <a:gd name="connsiteY0" fmla="*/ 56544 h 55577"/>
                  <a:gd name="connsiteX1" fmla="*/ 10632 w 33829"/>
                  <a:gd name="connsiteY1" fmla="*/ 56544 h 55577"/>
                  <a:gd name="connsiteX2" fmla="*/ 10632 w 33829"/>
                  <a:gd name="connsiteY2" fmla="*/ 29964 h 55577"/>
                  <a:gd name="connsiteX3" fmla="*/ 10874 w 33829"/>
                  <a:gd name="connsiteY3" fmla="*/ 24406 h 55577"/>
                  <a:gd name="connsiteX4" fmla="*/ 11599 w 33829"/>
                  <a:gd name="connsiteY4" fmla="*/ 19090 h 55577"/>
                  <a:gd name="connsiteX5" fmla="*/ 15707 w 33829"/>
                  <a:gd name="connsiteY5" fmla="*/ 10391 h 55577"/>
                  <a:gd name="connsiteX6" fmla="*/ 21748 w 33829"/>
                  <a:gd name="connsiteY6" fmla="*/ 7008 h 55577"/>
                  <a:gd name="connsiteX7" fmla="*/ 27789 w 33829"/>
                  <a:gd name="connsiteY7" fmla="*/ 13049 h 55577"/>
                  <a:gd name="connsiteX8" fmla="*/ 36005 w 33829"/>
                  <a:gd name="connsiteY8" fmla="*/ 10149 h 55577"/>
                  <a:gd name="connsiteX9" fmla="*/ 34796 w 33829"/>
                  <a:gd name="connsiteY9" fmla="*/ 5316 h 55577"/>
                  <a:gd name="connsiteX10" fmla="*/ 32380 w 33829"/>
                  <a:gd name="connsiteY10" fmla="*/ 2175 h 55577"/>
                  <a:gd name="connsiteX11" fmla="*/ 28997 w 33829"/>
                  <a:gd name="connsiteY11" fmla="*/ 483 h 55577"/>
                  <a:gd name="connsiteX12" fmla="*/ 25614 w 33829"/>
                  <a:gd name="connsiteY12" fmla="*/ 0 h 55577"/>
                  <a:gd name="connsiteX13" fmla="*/ 16915 w 33829"/>
                  <a:gd name="connsiteY13" fmla="*/ 2658 h 55577"/>
                  <a:gd name="connsiteX14" fmla="*/ 10632 w 33829"/>
                  <a:gd name="connsiteY14" fmla="*/ 10149 h 55577"/>
                  <a:gd name="connsiteX15" fmla="*/ 9424 w 33829"/>
                  <a:gd name="connsiteY15" fmla="*/ 483 h 55577"/>
                  <a:gd name="connsiteX16" fmla="*/ 0 w 33829"/>
                  <a:gd name="connsiteY16" fmla="*/ 1450 h 55577"/>
                  <a:gd name="connsiteX17" fmla="*/ 242 w 33829"/>
                  <a:gd name="connsiteY17" fmla="*/ 3625 h 55577"/>
                  <a:gd name="connsiteX18" fmla="*/ 725 w 33829"/>
                  <a:gd name="connsiteY18" fmla="*/ 7249 h 55577"/>
                  <a:gd name="connsiteX19" fmla="*/ 967 w 33829"/>
                  <a:gd name="connsiteY19" fmla="*/ 11357 h 55577"/>
                  <a:gd name="connsiteX20" fmla="*/ 1208 w 33829"/>
                  <a:gd name="connsiteY20" fmla="*/ 15465 h 55577"/>
                  <a:gd name="connsiteX21" fmla="*/ 1208 w 33829"/>
                  <a:gd name="connsiteY21" fmla="*/ 56544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</p:grpSp>
        <p:sp>
          <p:nvSpPr>
            <p:cNvPr id="33" name="Freihandform: Form 32">
              <a:extLst>
                <a:ext uri="{FF2B5EF4-FFF2-40B4-BE49-F238E27FC236}">
                  <a16:creationId xmlns:a16="http://schemas.microsoft.com/office/drawing/2014/main" id="{58E0EDC8-E74F-4551-8BD2-939CC38E7C32}"/>
                </a:ext>
              </a:extLst>
            </p:cNvPr>
            <p:cNvSpPr/>
            <p:nvPr/>
          </p:nvSpPr>
          <p:spPr>
            <a:xfrm>
              <a:off x="10612128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de-DE" sz="1351"/>
            </a:p>
          </p:txBody>
        </p:sp>
        <p:grpSp>
          <p:nvGrpSpPr>
            <p:cNvPr id="34" name="Grafik 9">
              <a:extLst>
                <a:ext uri="{FF2B5EF4-FFF2-40B4-BE49-F238E27FC236}">
                  <a16:creationId xmlns:a16="http://schemas.microsoft.com/office/drawing/2014/main" id="{A240364D-AE4D-440E-88A8-B05FF302FB9D}"/>
                </a:ext>
              </a:extLst>
            </p:cNvPr>
            <p:cNvGrpSpPr/>
            <p:nvPr/>
          </p:nvGrpSpPr>
          <p:grpSpPr>
            <a:xfrm>
              <a:off x="10639675" y="1081336"/>
              <a:ext cx="106322" cy="86991"/>
              <a:chOff x="10639675" y="1081336"/>
              <a:chExt cx="106322" cy="86991"/>
            </a:xfrm>
            <a:solidFill>
              <a:srgbClr val="000000"/>
            </a:solidFill>
          </p:grpSpPr>
          <p:sp>
            <p:nvSpPr>
              <p:cNvPr id="35" name="Freihandform: Form 34">
                <a:extLst>
                  <a:ext uri="{FF2B5EF4-FFF2-40B4-BE49-F238E27FC236}">
                    <a16:creationId xmlns:a16="http://schemas.microsoft.com/office/drawing/2014/main" id="{9D8C1F22-3E98-4749-B684-AA127651774A}"/>
                  </a:ext>
                </a:extLst>
              </p:cNvPr>
              <p:cNvSpPr/>
              <p:nvPr/>
            </p:nvSpPr>
            <p:spPr>
              <a:xfrm>
                <a:off x="10639675" y="1110575"/>
                <a:ext cx="45912" cy="57994"/>
              </a:xfrm>
              <a:custGeom>
                <a:avLst/>
                <a:gdLst>
                  <a:gd name="connsiteX0" fmla="*/ 41804 w 45911"/>
                  <a:gd name="connsiteY0" fmla="*/ 44462 h 57994"/>
                  <a:gd name="connsiteX1" fmla="*/ 33830 w 45911"/>
                  <a:gd name="connsiteY1" fmla="*/ 50261 h 57994"/>
                  <a:gd name="connsiteX2" fmla="*/ 26581 w 45911"/>
                  <a:gd name="connsiteY2" fmla="*/ 51711 h 57994"/>
                  <a:gd name="connsiteX3" fmla="*/ 18848 w 45911"/>
                  <a:gd name="connsiteY3" fmla="*/ 50020 h 57994"/>
                  <a:gd name="connsiteX4" fmla="*/ 13774 w 45911"/>
                  <a:gd name="connsiteY4" fmla="*/ 45187 h 57994"/>
                  <a:gd name="connsiteX5" fmla="*/ 11116 w 45911"/>
                  <a:gd name="connsiteY5" fmla="*/ 38179 h 57994"/>
                  <a:gd name="connsiteX6" fmla="*/ 10391 w 45911"/>
                  <a:gd name="connsiteY6" fmla="*/ 30205 h 57994"/>
                  <a:gd name="connsiteX7" fmla="*/ 11357 w 45911"/>
                  <a:gd name="connsiteY7" fmla="*/ 21748 h 57994"/>
                  <a:gd name="connsiteX8" fmla="*/ 14257 w 45911"/>
                  <a:gd name="connsiteY8" fmla="*/ 14015 h 57994"/>
                  <a:gd name="connsiteX9" fmla="*/ 19331 w 45911"/>
                  <a:gd name="connsiteY9" fmla="*/ 8457 h 57994"/>
                  <a:gd name="connsiteX10" fmla="*/ 26822 w 45911"/>
                  <a:gd name="connsiteY10" fmla="*/ 6283 h 57994"/>
                  <a:gd name="connsiteX11" fmla="*/ 34555 w 45911"/>
                  <a:gd name="connsiteY11" fmla="*/ 7733 h 57994"/>
                  <a:gd name="connsiteX12" fmla="*/ 39629 w 45911"/>
                  <a:gd name="connsiteY12" fmla="*/ 11599 h 57994"/>
                  <a:gd name="connsiteX13" fmla="*/ 44462 w 45911"/>
                  <a:gd name="connsiteY13" fmla="*/ 4350 h 57994"/>
                  <a:gd name="connsiteX14" fmla="*/ 36488 w 45911"/>
                  <a:gd name="connsiteY14" fmla="*/ 967 h 57994"/>
                  <a:gd name="connsiteX15" fmla="*/ 28030 w 45911"/>
                  <a:gd name="connsiteY15" fmla="*/ 0 h 57994"/>
                  <a:gd name="connsiteX16" fmla="*/ 16432 w 45911"/>
                  <a:gd name="connsiteY16" fmla="*/ 2175 h 57994"/>
                  <a:gd name="connsiteX17" fmla="*/ 7491 w 45911"/>
                  <a:gd name="connsiteY17" fmla="*/ 8216 h 57994"/>
                  <a:gd name="connsiteX18" fmla="*/ 1933 w 45911"/>
                  <a:gd name="connsiteY18" fmla="*/ 17640 h 57994"/>
                  <a:gd name="connsiteX19" fmla="*/ 0 w 45911"/>
                  <a:gd name="connsiteY19" fmla="*/ 29722 h 57994"/>
                  <a:gd name="connsiteX20" fmla="*/ 7008 w 45911"/>
                  <a:gd name="connsiteY20" fmla="*/ 50986 h 57994"/>
                  <a:gd name="connsiteX21" fmla="*/ 26581 w 45911"/>
                  <a:gd name="connsiteY21" fmla="*/ 58236 h 57994"/>
                  <a:gd name="connsiteX22" fmla="*/ 31172 w 45911"/>
                  <a:gd name="connsiteY22" fmla="*/ 57752 h 57994"/>
                  <a:gd name="connsiteX23" fmla="*/ 36246 w 45911"/>
                  <a:gd name="connsiteY23" fmla="*/ 56303 h 57994"/>
                  <a:gd name="connsiteX24" fmla="*/ 41321 w 45911"/>
                  <a:gd name="connsiteY24" fmla="*/ 53403 h 57994"/>
                  <a:gd name="connsiteX25" fmla="*/ 46154 w 45911"/>
                  <a:gd name="connsiteY25" fmla="*/ 48328 h 57994"/>
                  <a:gd name="connsiteX26" fmla="*/ 41804 w 45911"/>
                  <a:gd name="connsiteY26" fmla="*/ 44462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  <p:sp>
            <p:nvSpPr>
              <p:cNvPr id="36" name="Freihandform: Form 35">
                <a:extLst>
                  <a:ext uri="{FF2B5EF4-FFF2-40B4-BE49-F238E27FC236}">
                    <a16:creationId xmlns:a16="http://schemas.microsoft.com/office/drawing/2014/main" id="{1C3B0773-417D-4813-BD67-9BC2D01A3929}"/>
                  </a:ext>
                </a:extLst>
              </p:cNvPr>
              <p:cNvSpPr/>
              <p:nvPr/>
            </p:nvSpPr>
            <p:spPr>
              <a:xfrm>
                <a:off x="10699360" y="1081336"/>
                <a:ext cx="45912" cy="84575"/>
              </a:xfrm>
              <a:custGeom>
                <a:avLst/>
                <a:gdLst>
                  <a:gd name="connsiteX0" fmla="*/ 9907 w 45911"/>
                  <a:gd name="connsiteY0" fmla="*/ 0 h 84574"/>
                  <a:gd name="connsiteX1" fmla="*/ 0 w 45911"/>
                  <a:gd name="connsiteY1" fmla="*/ 0 h 84574"/>
                  <a:gd name="connsiteX2" fmla="*/ 0 w 45911"/>
                  <a:gd name="connsiteY2" fmla="*/ 86266 h 84574"/>
                  <a:gd name="connsiteX3" fmla="*/ 9907 w 45911"/>
                  <a:gd name="connsiteY3" fmla="*/ 86266 h 84574"/>
                  <a:gd name="connsiteX4" fmla="*/ 9907 w 45911"/>
                  <a:gd name="connsiteY4" fmla="*/ 55094 h 84574"/>
                  <a:gd name="connsiteX5" fmla="*/ 11116 w 45911"/>
                  <a:gd name="connsiteY5" fmla="*/ 47845 h 84574"/>
                  <a:gd name="connsiteX6" fmla="*/ 14499 w 45911"/>
                  <a:gd name="connsiteY6" fmla="*/ 42046 h 84574"/>
                  <a:gd name="connsiteX7" fmla="*/ 19331 w 45911"/>
                  <a:gd name="connsiteY7" fmla="*/ 38179 h 84574"/>
                  <a:gd name="connsiteX8" fmla="*/ 25614 w 45911"/>
                  <a:gd name="connsiteY8" fmla="*/ 36730 h 84574"/>
                  <a:gd name="connsiteX9" fmla="*/ 31655 w 45911"/>
                  <a:gd name="connsiteY9" fmla="*/ 37696 h 84574"/>
                  <a:gd name="connsiteX10" fmla="*/ 35280 w 45911"/>
                  <a:gd name="connsiteY10" fmla="*/ 40596 h 84574"/>
                  <a:gd name="connsiteX11" fmla="*/ 36971 w 45911"/>
                  <a:gd name="connsiteY11" fmla="*/ 45187 h 84574"/>
                  <a:gd name="connsiteX12" fmla="*/ 37454 w 45911"/>
                  <a:gd name="connsiteY12" fmla="*/ 51470 h 84574"/>
                  <a:gd name="connsiteX13" fmla="*/ 37454 w 45911"/>
                  <a:gd name="connsiteY13" fmla="*/ 86024 h 84574"/>
                  <a:gd name="connsiteX14" fmla="*/ 47362 w 45911"/>
                  <a:gd name="connsiteY14" fmla="*/ 86024 h 84574"/>
                  <a:gd name="connsiteX15" fmla="*/ 47362 w 45911"/>
                  <a:gd name="connsiteY15" fmla="*/ 51470 h 84574"/>
                  <a:gd name="connsiteX16" fmla="*/ 46879 w 45911"/>
                  <a:gd name="connsiteY16" fmla="*/ 43012 h 84574"/>
                  <a:gd name="connsiteX17" fmla="*/ 44704 w 45911"/>
                  <a:gd name="connsiteY17" fmla="*/ 36005 h 84574"/>
                  <a:gd name="connsiteX18" fmla="*/ 38904 w 45911"/>
                  <a:gd name="connsiteY18" fmla="*/ 31172 h 84574"/>
                  <a:gd name="connsiteX19" fmla="*/ 28272 w 45911"/>
                  <a:gd name="connsiteY19" fmla="*/ 29239 h 84574"/>
                  <a:gd name="connsiteX20" fmla="*/ 20781 w 45911"/>
                  <a:gd name="connsiteY20" fmla="*/ 30447 h 84574"/>
                  <a:gd name="connsiteX21" fmla="*/ 15465 w 45911"/>
                  <a:gd name="connsiteY21" fmla="*/ 33347 h 84574"/>
                  <a:gd name="connsiteX22" fmla="*/ 12082 w 45911"/>
                  <a:gd name="connsiteY22" fmla="*/ 36730 h 84574"/>
                  <a:gd name="connsiteX23" fmla="*/ 10149 w 45911"/>
                  <a:gd name="connsiteY23" fmla="*/ 39388 h 84574"/>
                  <a:gd name="connsiteX24" fmla="*/ 10149 w 45911"/>
                  <a:gd name="connsiteY24" fmla="*/ 0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</p:grpSp>
        <p:sp>
          <p:nvSpPr>
            <p:cNvPr id="37" name="Freihandform: Form 36">
              <a:extLst>
                <a:ext uri="{FF2B5EF4-FFF2-40B4-BE49-F238E27FC236}">
                  <a16:creationId xmlns:a16="http://schemas.microsoft.com/office/drawing/2014/main" id="{1B5CEBB8-8410-4826-A2E1-C3C323E13940}"/>
                </a:ext>
              </a:extLst>
            </p:cNvPr>
            <p:cNvSpPr/>
            <p:nvPr/>
          </p:nvSpPr>
          <p:spPr>
            <a:xfrm>
              <a:off x="10808824" y="1089069"/>
              <a:ext cx="57994" cy="77325"/>
            </a:xfrm>
            <a:custGeom>
              <a:avLst/>
              <a:gdLst>
                <a:gd name="connsiteX0" fmla="*/ 10149 w 57994"/>
                <a:gd name="connsiteY0" fmla="*/ 78292 h 77325"/>
                <a:gd name="connsiteX1" fmla="*/ 10149 w 57994"/>
                <a:gd name="connsiteY1" fmla="*/ 40837 h 77325"/>
                <a:gd name="connsiteX2" fmla="*/ 48812 w 57994"/>
                <a:gd name="connsiteY2" fmla="*/ 40837 h 77325"/>
                <a:gd name="connsiteX3" fmla="*/ 48812 w 57994"/>
                <a:gd name="connsiteY3" fmla="*/ 78292 h 77325"/>
                <a:gd name="connsiteX4" fmla="*/ 58961 w 57994"/>
                <a:gd name="connsiteY4" fmla="*/ 78292 h 77325"/>
                <a:gd name="connsiteX5" fmla="*/ 58961 w 57994"/>
                <a:gd name="connsiteY5" fmla="*/ 0 h 77325"/>
                <a:gd name="connsiteX6" fmla="*/ 48812 w 57994"/>
                <a:gd name="connsiteY6" fmla="*/ 0 h 77325"/>
                <a:gd name="connsiteX7" fmla="*/ 48812 w 57994"/>
                <a:gd name="connsiteY7" fmla="*/ 34071 h 77325"/>
                <a:gd name="connsiteX8" fmla="*/ 10149 w 57994"/>
                <a:gd name="connsiteY8" fmla="*/ 34071 h 77325"/>
                <a:gd name="connsiteX9" fmla="*/ 10149 w 57994"/>
                <a:gd name="connsiteY9" fmla="*/ 0 h 77325"/>
                <a:gd name="connsiteX10" fmla="*/ 0 w 57994"/>
                <a:gd name="connsiteY10" fmla="*/ 0 h 77325"/>
                <a:gd name="connsiteX11" fmla="*/ 0 w 57994"/>
                <a:gd name="connsiteY11" fmla="*/ 78292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de-DE" sz="1351"/>
            </a:p>
          </p:txBody>
        </p:sp>
        <p:sp>
          <p:nvSpPr>
            <p:cNvPr id="38" name="Freihandform: Form 37">
              <a:extLst>
                <a:ext uri="{FF2B5EF4-FFF2-40B4-BE49-F238E27FC236}">
                  <a16:creationId xmlns:a16="http://schemas.microsoft.com/office/drawing/2014/main" id="{C2141CF3-1E59-49AE-B4F4-71225DE8DBD6}"/>
                </a:ext>
              </a:extLst>
            </p:cNvPr>
            <p:cNvSpPr/>
            <p:nvPr/>
          </p:nvSpPr>
          <p:spPr>
            <a:xfrm>
              <a:off x="10886391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5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de-DE" sz="1351"/>
            </a:p>
          </p:txBody>
        </p:sp>
        <p:sp>
          <p:nvSpPr>
            <p:cNvPr id="39" name="Freihandform: Form 38">
              <a:extLst>
                <a:ext uri="{FF2B5EF4-FFF2-40B4-BE49-F238E27FC236}">
                  <a16:creationId xmlns:a16="http://schemas.microsoft.com/office/drawing/2014/main" id="{77A4FE29-4562-4C15-8839-87F3DA744A7B}"/>
                </a:ext>
              </a:extLst>
            </p:cNvPr>
            <p:cNvSpPr/>
            <p:nvPr/>
          </p:nvSpPr>
          <p:spPr>
            <a:xfrm>
              <a:off x="109511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de-DE" sz="1351"/>
            </a:p>
          </p:txBody>
        </p:sp>
        <p:grpSp>
          <p:nvGrpSpPr>
            <p:cNvPr id="40" name="Grafik 9">
              <a:extLst>
                <a:ext uri="{FF2B5EF4-FFF2-40B4-BE49-F238E27FC236}">
                  <a16:creationId xmlns:a16="http://schemas.microsoft.com/office/drawing/2014/main" id="{A240364D-AE4D-440E-88A8-B05FF302FB9D}"/>
                </a:ext>
              </a:extLst>
            </p:cNvPr>
            <p:cNvGrpSpPr/>
            <p:nvPr/>
          </p:nvGrpSpPr>
          <p:grpSpPr>
            <a:xfrm>
              <a:off x="10321916" y="1110575"/>
              <a:ext cx="1399106" cy="241642"/>
              <a:chOff x="10321916" y="1110575"/>
              <a:chExt cx="1399106" cy="241642"/>
            </a:xfrm>
            <a:solidFill>
              <a:schemeClr val="accent1"/>
            </a:solidFill>
          </p:grpSpPr>
          <p:sp>
            <p:nvSpPr>
              <p:cNvPr id="41" name="Freihandform: Form 40">
                <a:extLst>
                  <a:ext uri="{FF2B5EF4-FFF2-40B4-BE49-F238E27FC236}">
                    <a16:creationId xmlns:a16="http://schemas.microsoft.com/office/drawing/2014/main" id="{499DC055-1C0A-47CE-BA62-2B92DDA092AF}"/>
                  </a:ext>
                </a:extLst>
              </p:cNvPr>
              <p:cNvSpPr/>
              <p:nvPr/>
            </p:nvSpPr>
            <p:spPr>
              <a:xfrm>
                <a:off x="109818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  <p:sp>
            <p:nvSpPr>
              <p:cNvPr id="42" name="Freihandform: Form 41">
                <a:extLst>
                  <a:ext uri="{FF2B5EF4-FFF2-40B4-BE49-F238E27FC236}">
                    <a16:creationId xmlns:a16="http://schemas.microsoft.com/office/drawing/2014/main" id="{CFC50087-AE06-4FC3-BF14-DD98E5DF1E54}"/>
                  </a:ext>
                </a:extLst>
              </p:cNvPr>
              <p:cNvSpPr/>
              <p:nvPr/>
            </p:nvSpPr>
            <p:spPr>
              <a:xfrm>
                <a:off x="11046358" y="1110575"/>
                <a:ext cx="48328" cy="57994"/>
              </a:xfrm>
              <a:custGeom>
                <a:avLst/>
                <a:gdLst>
                  <a:gd name="connsiteX0" fmla="*/ 9907 w 48328"/>
                  <a:gd name="connsiteY0" fmla="*/ 24647 h 57994"/>
                  <a:gd name="connsiteX1" fmla="*/ 11599 w 48328"/>
                  <a:gd name="connsiteY1" fmla="*/ 17640 h 57994"/>
                  <a:gd name="connsiteX2" fmla="*/ 14740 w 48328"/>
                  <a:gd name="connsiteY2" fmla="*/ 11840 h 57994"/>
                  <a:gd name="connsiteX3" fmla="*/ 19331 w 48328"/>
                  <a:gd name="connsiteY3" fmla="*/ 7733 h 57994"/>
                  <a:gd name="connsiteX4" fmla="*/ 25372 w 48328"/>
                  <a:gd name="connsiteY4" fmla="*/ 6283 h 57994"/>
                  <a:gd name="connsiteX5" fmla="*/ 33830 w 48328"/>
                  <a:gd name="connsiteY5" fmla="*/ 10874 h 57994"/>
                  <a:gd name="connsiteX6" fmla="*/ 36971 w 48328"/>
                  <a:gd name="connsiteY6" fmla="*/ 22956 h 57994"/>
                  <a:gd name="connsiteX7" fmla="*/ 36971 w 48328"/>
                  <a:gd name="connsiteY7" fmla="*/ 24889 h 57994"/>
                  <a:gd name="connsiteX8" fmla="*/ 9907 w 48328"/>
                  <a:gd name="connsiteY8" fmla="*/ 24889 h 57994"/>
                  <a:gd name="connsiteX9" fmla="*/ 9666 w 48328"/>
                  <a:gd name="connsiteY9" fmla="*/ 30930 h 57994"/>
                  <a:gd name="connsiteX10" fmla="*/ 47120 w 48328"/>
                  <a:gd name="connsiteY10" fmla="*/ 30930 h 57994"/>
                  <a:gd name="connsiteX11" fmla="*/ 47120 w 48328"/>
                  <a:gd name="connsiteY11" fmla="*/ 25372 h 57994"/>
                  <a:gd name="connsiteX12" fmla="*/ 46154 w 48328"/>
                  <a:gd name="connsiteY12" fmla="*/ 16190 h 57994"/>
                  <a:gd name="connsiteX13" fmla="*/ 42529 w 48328"/>
                  <a:gd name="connsiteY13" fmla="*/ 7974 h 57994"/>
                  <a:gd name="connsiteX14" fmla="*/ 35763 w 48328"/>
                  <a:gd name="connsiteY14" fmla="*/ 2175 h 57994"/>
                  <a:gd name="connsiteX15" fmla="*/ 25131 w 48328"/>
                  <a:gd name="connsiteY15" fmla="*/ 0 h 57994"/>
                  <a:gd name="connsiteX16" fmla="*/ 15223 w 48328"/>
                  <a:gd name="connsiteY16" fmla="*/ 2175 h 57994"/>
                  <a:gd name="connsiteX17" fmla="*/ 7249 w 48328"/>
                  <a:gd name="connsiteY17" fmla="*/ 8216 h 57994"/>
                  <a:gd name="connsiteX18" fmla="*/ 1933 w 48328"/>
                  <a:gd name="connsiteY18" fmla="*/ 17398 h 57994"/>
                  <a:gd name="connsiteX19" fmla="*/ 0 w 48328"/>
                  <a:gd name="connsiteY19" fmla="*/ 29239 h 57994"/>
                  <a:gd name="connsiteX20" fmla="*/ 6766 w 48328"/>
                  <a:gd name="connsiteY20" fmla="*/ 50986 h 57994"/>
                  <a:gd name="connsiteX21" fmla="*/ 26581 w 48328"/>
                  <a:gd name="connsiteY21" fmla="*/ 58477 h 57994"/>
                  <a:gd name="connsiteX22" fmla="*/ 38663 w 48328"/>
                  <a:gd name="connsiteY22" fmla="*/ 55819 h 57994"/>
                  <a:gd name="connsiteX23" fmla="*/ 48328 w 48328"/>
                  <a:gd name="connsiteY23" fmla="*/ 47845 h 57994"/>
                  <a:gd name="connsiteX24" fmla="*/ 44462 w 48328"/>
                  <a:gd name="connsiteY24" fmla="*/ 43737 h 57994"/>
                  <a:gd name="connsiteX25" fmla="*/ 35038 w 48328"/>
                  <a:gd name="connsiteY25" fmla="*/ 50261 h 57994"/>
                  <a:gd name="connsiteX26" fmla="*/ 27306 w 48328"/>
                  <a:gd name="connsiteY26" fmla="*/ 51711 h 57994"/>
                  <a:gd name="connsiteX27" fmla="*/ 14740 w 48328"/>
                  <a:gd name="connsiteY27" fmla="*/ 46395 h 57994"/>
                  <a:gd name="connsiteX28" fmla="*/ 9666 w 48328"/>
                  <a:gd name="connsiteY28" fmla="*/ 30930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  <p:sp>
            <p:nvSpPr>
              <p:cNvPr id="43" name="Freihandform: Form 42">
                <a:extLst>
                  <a:ext uri="{FF2B5EF4-FFF2-40B4-BE49-F238E27FC236}">
                    <a16:creationId xmlns:a16="http://schemas.microsoft.com/office/drawing/2014/main" id="{21874895-4ADB-4607-9955-2800059B66C0}"/>
                  </a:ext>
                </a:extLst>
              </p:cNvPr>
              <p:cNvSpPr/>
              <p:nvPr/>
            </p:nvSpPr>
            <p:spPr>
              <a:xfrm>
                <a:off x="10321916" y="1217139"/>
                <a:ext cx="1179212" cy="84575"/>
              </a:xfrm>
              <a:custGeom>
                <a:avLst/>
                <a:gdLst>
                  <a:gd name="connsiteX0" fmla="*/ 1181145 w 1179211"/>
                  <a:gd name="connsiteY0" fmla="*/ 2658 h 84574"/>
                  <a:gd name="connsiteX1" fmla="*/ 1176071 w 1179211"/>
                  <a:gd name="connsiteY1" fmla="*/ 725 h 84574"/>
                  <a:gd name="connsiteX2" fmla="*/ 1168580 w 1179211"/>
                  <a:gd name="connsiteY2" fmla="*/ 0 h 84574"/>
                  <a:gd name="connsiteX3" fmla="*/ 1158672 w 1179211"/>
                  <a:gd name="connsiteY3" fmla="*/ 1933 h 84574"/>
                  <a:gd name="connsiteX4" fmla="*/ 1151182 w 1179211"/>
                  <a:gd name="connsiteY4" fmla="*/ 8941 h 84574"/>
                  <a:gd name="connsiteX5" fmla="*/ 1148282 w 1179211"/>
                  <a:gd name="connsiteY5" fmla="*/ 16915 h 84574"/>
                  <a:gd name="connsiteX6" fmla="*/ 1147799 w 1179211"/>
                  <a:gd name="connsiteY6" fmla="*/ 25131 h 84574"/>
                  <a:gd name="connsiteX7" fmla="*/ 1147799 w 1179211"/>
                  <a:gd name="connsiteY7" fmla="*/ 29239 h 84574"/>
                  <a:gd name="connsiteX8" fmla="*/ 1137891 w 1179211"/>
                  <a:gd name="connsiteY8" fmla="*/ 29239 h 84574"/>
                  <a:gd name="connsiteX9" fmla="*/ 1137891 w 1179211"/>
                  <a:gd name="connsiteY9" fmla="*/ 35521 h 84574"/>
                  <a:gd name="connsiteX10" fmla="*/ 1147799 w 1179211"/>
                  <a:gd name="connsiteY10" fmla="*/ 35521 h 84574"/>
                  <a:gd name="connsiteX11" fmla="*/ 1147799 w 1179211"/>
                  <a:gd name="connsiteY11" fmla="*/ 84333 h 84574"/>
                  <a:gd name="connsiteX12" fmla="*/ 1157223 w 1179211"/>
                  <a:gd name="connsiteY12" fmla="*/ 84333 h 84574"/>
                  <a:gd name="connsiteX13" fmla="*/ 1157223 w 1179211"/>
                  <a:gd name="connsiteY13" fmla="*/ 35280 h 84574"/>
                  <a:gd name="connsiteX14" fmla="*/ 1172446 w 1179211"/>
                  <a:gd name="connsiteY14" fmla="*/ 35280 h 84574"/>
                  <a:gd name="connsiteX15" fmla="*/ 1172446 w 1179211"/>
                  <a:gd name="connsiteY15" fmla="*/ 28997 h 84574"/>
                  <a:gd name="connsiteX16" fmla="*/ 1157223 w 1179211"/>
                  <a:gd name="connsiteY16" fmla="*/ 28997 h 84574"/>
                  <a:gd name="connsiteX17" fmla="*/ 1157223 w 1179211"/>
                  <a:gd name="connsiteY17" fmla="*/ 25372 h 84574"/>
                  <a:gd name="connsiteX18" fmla="*/ 1157464 w 1179211"/>
                  <a:gd name="connsiteY18" fmla="*/ 18606 h 84574"/>
                  <a:gd name="connsiteX19" fmla="*/ 1158672 w 1179211"/>
                  <a:gd name="connsiteY19" fmla="*/ 12324 h 84574"/>
                  <a:gd name="connsiteX20" fmla="*/ 1161572 w 1179211"/>
                  <a:gd name="connsiteY20" fmla="*/ 7733 h 84574"/>
                  <a:gd name="connsiteX21" fmla="*/ 1167130 w 1179211"/>
                  <a:gd name="connsiteY21" fmla="*/ 5799 h 84574"/>
                  <a:gd name="connsiteX22" fmla="*/ 1173413 w 1179211"/>
                  <a:gd name="connsiteY22" fmla="*/ 7008 h 84574"/>
                  <a:gd name="connsiteX23" fmla="*/ 1177762 w 1179211"/>
                  <a:gd name="connsiteY23" fmla="*/ 9666 h 84574"/>
                  <a:gd name="connsiteX24" fmla="*/ 1181145 w 1179211"/>
                  <a:gd name="connsiteY24" fmla="*/ 2658 h 84574"/>
                  <a:gd name="connsiteX25" fmla="*/ 1092946 w 1179211"/>
                  <a:gd name="connsiteY25" fmla="*/ 84091 h 84574"/>
                  <a:gd name="connsiteX26" fmla="*/ 1102370 w 1179211"/>
                  <a:gd name="connsiteY26" fmla="*/ 84091 h 84574"/>
                  <a:gd name="connsiteX27" fmla="*/ 1102370 w 1179211"/>
                  <a:gd name="connsiteY27" fmla="*/ 57511 h 84574"/>
                  <a:gd name="connsiteX28" fmla="*/ 1102612 w 1179211"/>
                  <a:gd name="connsiteY28" fmla="*/ 51953 h 84574"/>
                  <a:gd name="connsiteX29" fmla="*/ 1103337 w 1179211"/>
                  <a:gd name="connsiteY29" fmla="*/ 46637 h 84574"/>
                  <a:gd name="connsiteX30" fmla="*/ 1107444 w 1179211"/>
                  <a:gd name="connsiteY30" fmla="*/ 37938 h 84574"/>
                  <a:gd name="connsiteX31" fmla="*/ 1113485 w 1179211"/>
                  <a:gd name="connsiteY31" fmla="*/ 34555 h 84574"/>
                  <a:gd name="connsiteX32" fmla="*/ 1119526 w 1179211"/>
                  <a:gd name="connsiteY32" fmla="*/ 40596 h 84574"/>
                  <a:gd name="connsiteX33" fmla="*/ 1127742 w 1179211"/>
                  <a:gd name="connsiteY33" fmla="*/ 37696 h 84574"/>
                  <a:gd name="connsiteX34" fmla="*/ 1126534 w 1179211"/>
                  <a:gd name="connsiteY34" fmla="*/ 32863 h 84574"/>
                  <a:gd name="connsiteX35" fmla="*/ 1124118 w 1179211"/>
                  <a:gd name="connsiteY35" fmla="*/ 29722 h 84574"/>
                  <a:gd name="connsiteX36" fmla="*/ 1120735 w 1179211"/>
                  <a:gd name="connsiteY36" fmla="*/ 28030 h 84574"/>
                  <a:gd name="connsiteX37" fmla="*/ 1117352 w 1179211"/>
                  <a:gd name="connsiteY37" fmla="*/ 27547 h 84574"/>
                  <a:gd name="connsiteX38" fmla="*/ 1108653 w 1179211"/>
                  <a:gd name="connsiteY38" fmla="*/ 30205 h 84574"/>
                  <a:gd name="connsiteX39" fmla="*/ 1102370 w 1179211"/>
                  <a:gd name="connsiteY39" fmla="*/ 37696 h 84574"/>
                  <a:gd name="connsiteX40" fmla="*/ 1101162 w 1179211"/>
                  <a:gd name="connsiteY40" fmla="*/ 28272 h 84574"/>
                  <a:gd name="connsiteX41" fmla="*/ 1091738 w 1179211"/>
                  <a:gd name="connsiteY41" fmla="*/ 29239 h 84574"/>
                  <a:gd name="connsiteX42" fmla="*/ 1091979 w 1179211"/>
                  <a:gd name="connsiteY42" fmla="*/ 31413 h 84574"/>
                  <a:gd name="connsiteX43" fmla="*/ 1092463 w 1179211"/>
                  <a:gd name="connsiteY43" fmla="*/ 35038 h 84574"/>
                  <a:gd name="connsiteX44" fmla="*/ 1092704 w 1179211"/>
                  <a:gd name="connsiteY44" fmla="*/ 39146 h 84574"/>
                  <a:gd name="connsiteX45" fmla="*/ 1092946 w 1179211"/>
                  <a:gd name="connsiteY45" fmla="*/ 43254 h 84574"/>
                  <a:gd name="connsiteX46" fmla="*/ 1092946 w 1179211"/>
                  <a:gd name="connsiteY46" fmla="*/ 84091 h 84574"/>
                  <a:gd name="connsiteX47" fmla="*/ 1062016 w 1179211"/>
                  <a:gd name="connsiteY47" fmla="*/ 72251 h 84574"/>
                  <a:gd name="connsiteX48" fmla="*/ 1049934 w 1179211"/>
                  <a:gd name="connsiteY48" fmla="*/ 78292 h 84574"/>
                  <a:gd name="connsiteX49" fmla="*/ 1037852 w 1179211"/>
                  <a:gd name="connsiteY49" fmla="*/ 72251 h 84574"/>
                  <a:gd name="connsiteX50" fmla="*/ 1033502 w 1179211"/>
                  <a:gd name="connsiteY50" fmla="*/ 55819 h 84574"/>
                  <a:gd name="connsiteX51" fmla="*/ 1037852 w 1179211"/>
                  <a:gd name="connsiteY51" fmla="*/ 39629 h 84574"/>
                  <a:gd name="connsiteX52" fmla="*/ 1050175 w 1179211"/>
                  <a:gd name="connsiteY52" fmla="*/ 33588 h 84574"/>
                  <a:gd name="connsiteX53" fmla="*/ 1062499 w 1179211"/>
                  <a:gd name="connsiteY53" fmla="*/ 39629 h 84574"/>
                  <a:gd name="connsiteX54" fmla="*/ 1066849 w 1179211"/>
                  <a:gd name="connsiteY54" fmla="*/ 55819 h 84574"/>
                  <a:gd name="connsiteX55" fmla="*/ 1062016 w 1179211"/>
                  <a:gd name="connsiteY55" fmla="*/ 72251 h 84574"/>
                  <a:gd name="connsiteX56" fmla="*/ 1075306 w 1179211"/>
                  <a:gd name="connsiteY56" fmla="*/ 44462 h 84574"/>
                  <a:gd name="connsiteX57" fmla="*/ 1070232 w 1179211"/>
                  <a:gd name="connsiteY57" fmla="*/ 35280 h 84574"/>
                  <a:gd name="connsiteX58" fmla="*/ 1061774 w 1179211"/>
                  <a:gd name="connsiteY58" fmla="*/ 29480 h 84574"/>
                  <a:gd name="connsiteX59" fmla="*/ 1050175 w 1179211"/>
                  <a:gd name="connsiteY59" fmla="*/ 27306 h 84574"/>
                  <a:gd name="connsiteX60" fmla="*/ 1038576 w 1179211"/>
                  <a:gd name="connsiteY60" fmla="*/ 29480 h 84574"/>
                  <a:gd name="connsiteX61" fmla="*/ 1030119 w 1179211"/>
                  <a:gd name="connsiteY61" fmla="*/ 35280 h 84574"/>
                  <a:gd name="connsiteX62" fmla="*/ 1024803 w 1179211"/>
                  <a:gd name="connsiteY62" fmla="*/ 44462 h 84574"/>
                  <a:gd name="connsiteX63" fmla="*/ 1023111 w 1179211"/>
                  <a:gd name="connsiteY63" fmla="*/ 56303 h 84574"/>
                  <a:gd name="connsiteX64" fmla="*/ 1025286 w 1179211"/>
                  <a:gd name="connsiteY64" fmla="*/ 68626 h 84574"/>
                  <a:gd name="connsiteX65" fmla="*/ 1031086 w 1179211"/>
                  <a:gd name="connsiteY65" fmla="*/ 77809 h 84574"/>
                  <a:gd name="connsiteX66" fmla="*/ 1039785 w 1179211"/>
                  <a:gd name="connsiteY66" fmla="*/ 83608 h 84574"/>
                  <a:gd name="connsiteX67" fmla="*/ 1050417 w 1179211"/>
                  <a:gd name="connsiteY67" fmla="*/ 85783 h 84574"/>
                  <a:gd name="connsiteX68" fmla="*/ 1061049 w 1179211"/>
                  <a:gd name="connsiteY68" fmla="*/ 83608 h 84574"/>
                  <a:gd name="connsiteX69" fmla="*/ 1069748 w 1179211"/>
                  <a:gd name="connsiteY69" fmla="*/ 77809 h 84574"/>
                  <a:gd name="connsiteX70" fmla="*/ 1075548 w 1179211"/>
                  <a:gd name="connsiteY70" fmla="*/ 68626 h 84574"/>
                  <a:gd name="connsiteX71" fmla="*/ 1077722 w 1179211"/>
                  <a:gd name="connsiteY71" fmla="*/ 56303 h 84574"/>
                  <a:gd name="connsiteX72" fmla="*/ 1075306 w 1179211"/>
                  <a:gd name="connsiteY72" fmla="*/ 44462 h 84574"/>
                  <a:gd name="connsiteX73" fmla="*/ 998464 w 1179211"/>
                  <a:gd name="connsiteY73" fmla="*/ 84816 h 84574"/>
                  <a:gd name="connsiteX74" fmla="*/ 1007888 w 1179211"/>
                  <a:gd name="connsiteY74" fmla="*/ 83850 h 84574"/>
                  <a:gd name="connsiteX75" fmla="*/ 1007646 w 1179211"/>
                  <a:gd name="connsiteY75" fmla="*/ 81675 h 84574"/>
                  <a:gd name="connsiteX76" fmla="*/ 1007163 w 1179211"/>
                  <a:gd name="connsiteY76" fmla="*/ 78050 h 84574"/>
                  <a:gd name="connsiteX77" fmla="*/ 1006921 w 1179211"/>
                  <a:gd name="connsiteY77" fmla="*/ 73942 h 84574"/>
                  <a:gd name="connsiteX78" fmla="*/ 1006680 w 1179211"/>
                  <a:gd name="connsiteY78" fmla="*/ 69834 h 84574"/>
                  <a:gd name="connsiteX79" fmla="*/ 1006680 w 1179211"/>
                  <a:gd name="connsiteY79" fmla="*/ 483 h 84574"/>
                  <a:gd name="connsiteX80" fmla="*/ 997497 w 1179211"/>
                  <a:gd name="connsiteY80" fmla="*/ 483 h 84574"/>
                  <a:gd name="connsiteX81" fmla="*/ 997497 w 1179211"/>
                  <a:gd name="connsiteY81" fmla="*/ 36730 h 84574"/>
                  <a:gd name="connsiteX82" fmla="*/ 990973 w 1179211"/>
                  <a:gd name="connsiteY82" fmla="*/ 29964 h 84574"/>
                  <a:gd name="connsiteX83" fmla="*/ 980341 w 1179211"/>
                  <a:gd name="connsiteY83" fmla="*/ 27064 h 84574"/>
                  <a:gd name="connsiteX84" fmla="*/ 970675 w 1179211"/>
                  <a:gd name="connsiteY84" fmla="*/ 28997 h 84574"/>
                  <a:gd name="connsiteX85" fmla="*/ 962701 w 1179211"/>
                  <a:gd name="connsiteY85" fmla="*/ 34555 h 84574"/>
                  <a:gd name="connsiteX86" fmla="*/ 957385 w 1179211"/>
                  <a:gd name="connsiteY86" fmla="*/ 43737 h 84574"/>
                  <a:gd name="connsiteX87" fmla="*/ 955452 w 1179211"/>
                  <a:gd name="connsiteY87" fmla="*/ 56544 h 84574"/>
                  <a:gd name="connsiteX88" fmla="*/ 956902 w 1179211"/>
                  <a:gd name="connsiteY88" fmla="*/ 67660 h 84574"/>
                  <a:gd name="connsiteX89" fmla="*/ 961251 w 1179211"/>
                  <a:gd name="connsiteY89" fmla="*/ 76842 h 84574"/>
                  <a:gd name="connsiteX90" fmla="*/ 968742 w 1179211"/>
                  <a:gd name="connsiteY90" fmla="*/ 83125 h 84574"/>
                  <a:gd name="connsiteX91" fmla="*/ 979616 w 1179211"/>
                  <a:gd name="connsiteY91" fmla="*/ 85300 h 84574"/>
                  <a:gd name="connsiteX92" fmla="*/ 986623 w 1179211"/>
                  <a:gd name="connsiteY92" fmla="*/ 84091 h 84574"/>
                  <a:gd name="connsiteX93" fmla="*/ 991698 w 1179211"/>
                  <a:gd name="connsiteY93" fmla="*/ 81433 h 84574"/>
                  <a:gd name="connsiteX94" fmla="*/ 995081 w 1179211"/>
                  <a:gd name="connsiteY94" fmla="*/ 78050 h 84574"/>
                  <a:gd name="connsiteX95" fmla="*/ 997014 w 1179211"/>
                  <a:gd name="connsiteY95" fmla="*/ 74909 h 84574"/>
                  <a:gd name="connsiteX96" fmla="*/ 998464 w 1179211"/>
                  <a:gd name="connsiteY96" fmla="*/ 84816 h 84574"/>
                  <a:gd name="connsiteX97" fmla="*/ 996048 w 1179211"/>
                  <a:gd name="connsiteY97" fmla="*/ 67660 h 84574"/>
                  <a:gd name="connsiteX98" fmla="*/ 991456 w 1179211"/>
                  <a:gd name="connsiteY98" fmla="*/ 74667 h 84574"/>
                  <a:gd name="connsiteX99" fmla="*/ 985657 w 1179211"/>
                  <a:gd name="connsiteY99" fmla="*/ 78050 h 84574"/>
                  <a:gd name="connsiteX100" fmla="*/ 980582 w 1179211"/>
                  <a:gd name="connsiteY100" fmla="*/ 78775 h 84574"/>
                  <a:gd name="connsiteX101" fmla="*/ 974058 w 1179211"/>
                  <a:gd name="connsiteY101" fmla="*/ 77084 h 84574"/>
                  <a:gd name="connsiteX102" fmla="*/ 969467 w 1179211"/>
                  <a:gd name="connsiteY102" fmla="*/ 72493 h 84574"/>
                  <a:gd name="connsiteX103" fmla="*/ 966809 w 1179211"/>
                  <a:gd name="connsiteY103" fmla="*/ 65243 h 84574"/>
                  <a:gd name="connsiteX104" fmla="*/ 965842 w 1179211"/>
                  <a:gd name="connsiteY104" fmla="*/ 56303 h 84574"/>
                  <a:gd name="connsiteX105" fmla="*/ 967051 w 1179211"/>
                  <a:gd name="connsiteY105" fmla="*/ 47362 h 84574"/>
                  <a:gd name="connsiteX106" fmla="*/ 970192 w 1179211"/>
                  <a:gd name="connsiteY106" fmla="*/ 40354 h 84574"/>
                  <a:gd name="connsiteX107" fmla="*/ 975266 w 1179211"/>
                  <a:gd name="connsiteY107" fmla="*/ 36005 h 84574"/>
                  <a:gd name="connsiteX108" fmla="*/ 981549 w 1179211"/>
                  <a:gd name="connsiteY108" fmla="*/ 34555 h 84574"/>
                  <a:gd name="connsiteX109" fmla="*/ 987832 w 1179211"/>
                  <a:gd name="connsiteY109" fmla="*/ 35763 h 84574"/>
                  <a:gd name="connsiteX110" fmla="*/ 992906 w 1179211"/>
                  <a:gd name="connsiteY110" fmla="*/ 39629 h 84574"/>
                  <a:gd name="connsiteX111" fmla="*/ 996531 w 1179211"/>
                  <a:gd name="connsiteY111" fmla="*/ 46395 h 84574"/>
                  <a:gd name="connsiteX112" fmla="*/ 997739 w 1179211"/>
                  <a:gd name="connsiteY112" fmla="*/ 56061 h 84574"/>
                  <a:gd name="connsiteX113" fmla="*/ 996048 w 1179211"/>
                  <a:gd name="connsiteY113" fmla="*/ 67660 h 84574"/>
                  <a:gd name="connsiteX114" fmla="*/ 938537 w 1179211"/>
                  <a:gd name="connsiteY114" fmla="*/ 725 h 84574"/>
                  <a:gd name="connsiteX115" fmla="*/ 928629 w 1179211"/>
                  <a:gd name="connsiteY115" fmla="*/ 725 h 84574"/>
                  <a:gd name="connsiteX116" fmla="*/ 928629 w 1179211"/>
                  <a:gd name="connsiteY116" fmla="*/ 84333 h 84574"/>
                  <a:gd name="connsiteX117" fmla="*/ 938537 w 1179211"/>
                  <a:gd name="connsiteY117" fmla="*/ 84333 h 84574"/>
                  <a:gd name="connsiteX118" fmla="*/ 938537 w 1179211"/>
                  <a:gd name="connsiteY118" fmla="*/ 725 h 84574"/>
                  <a:gd name="connsiteX119" fmla="*/ 897699 w 1179211"/>
                  <a:gd name="connsiteY119" fmla="*/ 38179 h 84574"/>
                  <a:gd name="connsiteX120" fmla="*/ 900841 w 1179211"/>
                  <a:gd name="connsiteY120" fmla="*/ 50262 h 84574"/>
                  <a:gd name="connsiteX121" fmla="*/ 900841 w 1179211"/>
                  <a:gd name="connsiteY121" fmla="*/ 52195 h 84574"/>
                  <a:gd name="connsiteX122" fmla="*/ 873535 w 1179211"/>
                  <a:gd name="connsiteY122" fmla="*/ 52195 h 84574"/>
                  <a:gd name="connsiteX123" fmla="*/ 875227 w 1179211"/>
                  <a:gd name="connsiteY123" fmla="*/ 45187 h 84574"/>
                  <a:gd name="connsiteX124" fmla="*/ 878368 w 1179211"/>
                  <a:gd name="connsiteY124" fmla="*/ 39388 h 84574"/>
                  <a:gd name="connsiteX125" fmla="*/ 882959 w 1179211"/>
                  <a:gd name="connsiteY125" fmla="*/ 35280 h 84574"/>
                  <a:gd name="connsiteX126" fmla="*/ 889000 w 1179211"/>
                  <a:gd name="connsiteY126" fmla="*/ 33830 h 84574"/>
                  <a:gd name="connsiteX127" fmla="*/ 897699 w 1179211"/>
                  <a:gd name="connsiteY127" fmla="*/ 38179 h 84574"/>
                  <a:gd name="connsiteX128" fmla="*/ 910748 w 1179211"/>
                  <a:gd name="connsiteY128" fmla="*/ 58236 h 84574"/>
                  <a:gd name="connsiteX129" fmla="*/ 910748 w 1179211"/>
                  <a:gd name="connsiteY129" fmla="*/ 52678 h 84574"/>
                  <a:gd name="connsiteX130" fmla="*/ 909781 w 1179211"/>
                  <a:gd name="connsiteY130" fmla="*/ 43496 h 84574"/>
                  <a:gd name="connsiteX131" fmla="*/ 906157 w 1179211"/>
                  <a:gd name="connsiteY131" fmla="*/ 35280 h 84574"/>
                  <a:gd name="connsiteX132" fmla="*/ 899391 w 1179211"/>
                  <a:gd name="connsiteY132" fmla="*/ 29480 h 84574"/>
                  <a:gd name="connsiteX133" fmla="*/ 888759 w 1179211"/>
                  <a:gd name="connsiteY133" fmla="*/ 27306 h 84574"/>
                  <a:gd name="connsiteX134" fmla="*/ 878851 w 1179211"/>
                  <a:gd name="connsiteY134" fmla="*/ 29480 h 84574"/>
                  <a:gd name="connsiteX135" fmla="*/ 870877 w 1179211"/>
                  <a:gd name="connsiteY135" fmla="*/ 35521 h 84574"/>
                  <a:gd name="connsiteX136" fmla="*/ 865561 w 1179211"/>
                  <a:gd name="connsiteY136" fmla="*/ 44704 h 84574"/>
                  <a:gd name="connsiteX137" fmla="*/ 863628 w 1179211"/>
                  <a:gd name="connsiteY137" fmla="*/ 56544 h 84574"/>
                  <a:gd name="connsiteX138" fmla="*/ 870394 w 1179211"/>
                  <a:gd name="connsiteY138" fmla="*/ 78292 h 84574"/>
                  <a:gd name="connsiteX139" fmla="*/ 890208 w 1179211"/>
                  <a:gd name="connsiteY139" fmla="*/ 85783 h 84574"/>
                  <a:gd name="connsiteX140" fmla="*/ 902290 w 1179211"/>
                  <a:gd name="connsiteY140" fmla="*/ 83125 h 84574"/>
                  <a:gd name="connsiteX141" fmla="*/ 911956 w 1179211"/>
                  <a:gd name="connsiteY141" fmla="*/ 75151 h 84574"/>
                  <a:gd name="connsiteX142" fmla="*/ 908090 w 1179211"/>
                  <a:gd name="connsiteY142" fmla="*/ 71043 h 84574"/>
                  <a:gd name="connsiteX143" fmla="*/ 898666 w 1179211"/>
                  <a:gd name="connsiteY143" fmla="*/ 77567 h 84574"/>
                  <a:gd name="connsiteX144" fmla="*/ 890933 w 1179211"/>
                  <a:gd name="connsiteY144" fmla="*/ 79017 h 84574"/>
                  <a:gd name="connsiteX145" fmla="*/ 878368 w 1179211"/>
                  <a:gd name="connsiteY145" fmla="*/ 73701 h 84574"/>
                  <a:gd name="connsiteX146" fmla="*/ 873777 w 1179211"/>
                  <a:gd name="connsiteY146" fmla="*/ 58477 h 84574"/>
                  <a:gd name="connsiteX147" fmla="*/ 910748 w 1179211"/>
                  <a:gd name="connsiteY147" fmla="*/ 58477 h 84574"/>
                  <a:gd name="connsiteX148" fmla="*/ 848404 w 1179211"/>
                  <a:gd name="connsiteY148" fmla="*/ 61377 h 84574"/>
                  <a:gd name="connsiteX149" fmla="*/ 844296 w 1179211"/>
                  <a:gd name="connsiteY149" fmla="*/ 56544 h 84574"/>
                  <a:gd name="connsiteX150" fmla="*/ 838980 w 1179211"/>
                  <a:gd name="connsiteY150" fmla="*/ 53403 h 84574"/>
                  <a:gd name="connsiteX151" fmla="*/ 833181 w 1179211"/>
                  <a:gd name="connsiteY151" fmla="*/ 51470 h 84574"/>
                  <a:gd name="connsiteX152" fmla="*/ 824723 w 1179211"/>
                  <a:gd name="connsiteY152" fmla="*/ 47603 h 84574"/>
                  <a:gd name="connsiteX153" fmla="*/ 821582 w 1179211"/>
                  <a:gd name="connsiteY153" fmla="*/ 40837 h 84574"/>
                  <a:gd name="connsiteX154" fmla="*/ 824482 w 1179211"/>
                  <a:gd name="connsiteY154" fmla="*/ 35280 h 84574"/>
                  <a:gd name="connsiteX155" fmla="*/ 831731 w 1179211"/>
                  <a:gd name="connsiteY155" fmla="*/ 33105 h 84574"/>
                  <a:gd name="connsiteX156" fmla="*/ 838980 w 1179211"/>
                  <a:gd name="connsiteY156" fmla="*/ 34796 h 84574"/>
                  <a:gd name="connsiteX157" fmla="*/ 843572 w 1179211"/>
                  <a:gd name="connsiteY157" fmla="*/ 38421 h 84574"/>
                  <a:gd name="connsiteX158" fmla="*/ 848404 w 1179211"/>
                  <a:gd name="connsiteY158" fmla="*/ 32380 h 84574"/>
                  <a:gd name="connsiteX159" fmla="*/ 842605 w 1179211"/>
                  <a:gd name="connsiteY159" fmla="*/ 28997 h 84574"/>
                  <a:gd name="connsiteX160" fmla="*/ 832214 w 1179211"/>
                  <a:gd name="connsiteY160" fmla="*/ 27306 h 84574"/>
                  <a:gd name="connsiteX161" fmla="*/ 824723 w 1179211"/>
                  <a:gd name="connsiteY161" fmla="*/ 28272 h 84574"/>
                  <a:gd name="connsiteX162" fmla="*/ 818441 w 1179211"/>
                  <a:gd name="connsiteY162" fmla="*/ 31172 h 84574"/>
                  <a:gd name="connsiteX163" fmla="*/ 814091 w 1179211"/>
                  <a:gd name="connsiteY163" fmla="*/ 36005 h 84574"/>
                  <a:gd name="connsiteX164" fmla="*/ 812400 w 1179211"/>
                  <a:gd name="connsiteY164" fmla="*/ 42771 h 84574"/>
                  <a:gd name="connsiteX165" fmla="*/ 813850 w 1179211"/>
                  <a:gd name="connsiteY165" fmla="*/ 50020 h 84574"/>
                  <a:gd name="connsiteX166" fmla="*/ 817716 w 1179211"/>
                  <a:gd name="connsiteY166" fmla="*/ 54853 h 84574"/>
                  <a:gd name="connsiteX167" fmla="*/ 822790 w 1179211"/>
                  <a:gd name="connsiteY167" fmla="*/ 57752 h 84574"/>
                  <a:gd name="connsiteX168" fmla="*/ 828106 w 1179211"/>
                  <a:gd name="connsiteY168" fmla="*/ 59686 h 84574"/>
                  <a:gd name="connsiteX169" fmla="*/ 836564 w 1179211"/>
                  <a:gd name="connsiteY169" fmla="*/ 63310 h 84574"/>
                  <a:gd name="connsiteX170" fmla="*/ 839705 w 1179211"/>
                  <a:gd name="connsiteY170" fmla="*/ 70559 h 84574"/>
                  <a:gd name="connsiteX171" fmla="*/ 837047 w 1179211"/>
                  <a:gd name="connsiteY171" fmla="*/ 77325 h 84574"/>
                  <a:gd name="connsiteX172" fmla="*/ 829556 w 1179211"/>
                  <a:gd name="connsiteY172" fmla="*/ 79742 h 84574"/>
                  <a:gd name="connsiteX173" fmla="*/ 824723 w 1179211"/>
                  <a:gd name="connsiteY173" fmla="*/ 79017 h 84574"/>
                  <a:gd name="connsiteX174" fmla="*/ 820616 w 1179211"/>
                  <a:gd name="connsiteY174" fmla="*/ 76842 h 84574"/>
                  <a:gd name="connsiteX175" fmla="*/ 817233 w 1179211"/>
                  <a:gd name="connsiteY175" fmla="*/ 74184 h 84574"/>
                  <a:gd name="connsiteX176" fmla="*/ 814816 w 1179211"/>
                  <a:gd name="connsiteY176" fmla="*/ 71768 h 84574"/>
                  <a:gd name="connsiteX177" fmla="*/ 809983 w 1179211"/>
                  <a:gd name="connsiteY177" fmla="*/ 79500 h 84574"/>
                  <a:gd name="connsiteX178" fmla="*/ 829073 w 1179211"/>
                  <a:gd name="connsiteY178" fmla="*/ 85783 h 84574"/>
                  <a:gd name="connsiteX179" fmla="*/ 836806 w 1179211"/>
                  <a:gd name="connsiteY179" fmla="*/ 84575 h 84574"/>
                  <a:gd name="connsiteX180" fmla="*/ 843088 w 1179211"/>
                  <a:gd name="connsiteY180" fmla="*/ 81192 h 84574"/>
                  <a:gd name="connsiteX181" fmla="*/ 847438 w 1179211"/>
                  <a:gd name="connsiteY181" fmla="*/ 75634 h 84574"/>
                  <a:gd name="connsiteX182" fmla="*/ 849129 w 1179211"/>
                  <a:gd name="connsiteY182" fmla="*/ 68143 h 84574"/>
                  <a:gd name="connsiteX183" fmla="*/ 848404 w 1179211"/>
                  <a:gd name="connsiteY183" fmla="*/ 61377 h 84574"/>
                  <a:gd name="connsiteX184" fmla="*/ 796693 w 1179211"/>
                  <a:gd name="connsiteY184" fmla="*/ 61377 h 84574"/>
                  <a:gd name="connsiteX185" fmla="*/ 792585 w 1179211"/>
                  <a:gd name="connsiteY185" fmla="*/ 56544 h 84574"/>
                  <a:gd name="connsiteX186" fmla="*/ 787269 w 1179211"/>
                  <a:gd name="connsiteY186" fmla="*/ 53403 h 84574"/>
                  <a:gd name="connsiteX187" fmla="*/ 781470 w 1179211"/>
                  <a:gd name="connsiteY187" fmla="*/ 51470 h 84574"/>
                  <a:gd name="connsiteX188" fmla="*/ 773012 w 1179211"/>
                  <a:gd name="connsiteY188" fmla="*/ 47603 h 84574"/>
                  <a:gd name="connsiteX189" fmla="*/ 769871 w 1179211"/>
                  <a:gd name="connsiteY189" fmla="*/ 40837 h 84574"/>
                  <a:gd name="connsiteX190" fmla="*/ 772770 w 1179211"/>
                  <a:gd name="connsiteY190" fmla="*/ 35280 h 84574"/>
                  <a:gd name="connsiteX191" fmla="*/ 780020 w 1179211"/>
                  <a:gd name="connsiteY191" fmla="*/ 33105 h 84574"/>
                  <a:gd name="connsiteX192" fmla="*/ 787269 w 1179211"/>
                  <a:gd name="connsiteY192" fmla="*/ 34796 h 84574"/>
                  <a:gd name="connsiteX193" fmla="*/ 791860 w 1179211"/>
                  <a:gd name="connsiteY193" fmla="*/ 38421 h 84574"/>
                  <a:gd name="connsiteX194" fmla="*/ 796693 w 1179211"/>
                  <a:gd name="connsiteY194" fmla="*/ 32380 h 84574"/>
                  <a:gd name="connsiteX195" fmla="*/ 790894 w 1179211"/>
                  <a:gd name="connsiteY195" fmla="*/ 28997 h 84574"/>
                  <a:gd name="connsiteX196" fmla="*/ 780503 w 1179211"/>
                  <a:gd name="connsiteY196" fmla="*/ 27306 h 84574"/>
                  <a:gd name="connsiteX197" fmla="*/ 773012 w 1179211"/>
                  <a:gd name="connsiteY197" fmla="*/ 28272 h 84574"/>
                  <a:gd name="connsiteX198" fmla="*/ 766729 w 1179211"/>
                  <a:gd name="connsiteY198" fmla="*/ 31172 h 84574"/>
                  <a:gd name="connsiteX199" fmla="*/ 762380 w 1179211"/>
                  <a:gd name="connsiteY199" fmla="*/ 36005 h 84574"/>
                  <a:gd name="connsiteX200" fmla="*/ 760688 w 1179211"/>
                  <a:gd name="connsiteY200" fmla="*/ 42771 h 84574"/>
                  <a:gd name="connsiteX201" fmla="*/ 762138 w 1179211"/>
                  <a:gd name="connsiteY201" fmla="*/ 50020 h 84574"/>
                  <a:gd name="connsiteX202" fmla="*/ 766005 w 1179211"/>
                  <a:gd name="connsiteY202" fmla="*/ 54853 h 84574"/>
                  <a:gd name="connsiteX203" fmla="*/ 771079 w 1179211"/>
                  <a:gd name="connsiteY203" fmla="*/ 57752 h 84574"/>
                  <a:gd name="connsiteX204" fmla="*/ 776395 w 1179211"/>
                  <a:gd name="connsiteY204" fmla="*/ 59686 h 84574"/>
                  <a:gd name="connsiteX205" fmla="*/ 784853 w 1179211"/>
                  <a:gd name="connsiteY205" fmla="*/ 63310 h 84574"/>
                  <a:gd name="connsiteX206" fmla="*/ 787994 w 1179211"/>
                  <a:gd name="connsiteY206" fmla="*/ 70559 h 84574"/>
                  <a:gd name="connsiteX207" fmla="*/ 785336 w 1179211"/>
                  <a:gd name="connsiteY207" fmla="*/ 77325 h 84574"/>
                  <a:gd name="connsiteX208" fmla="*/ 777845 w 1179211"/>
                  <a:gd name="connsiteY208" fmla="*/ 79742 h 84574"/>
                  <a:gd name="connsiteX209" fmla="*/ 773012 w 1179211"/>
                  <a:gd name="connsiteY209" fmla="*/ 79017 h 84574"/>
                  <a:gd name="connsiteX210" fmla="*/ 768904 w 1179211"/>
                  <a:gd name="connsiteY210" fmla="*/ 76842 h 84574"/>
                  <a:gd name="connsiteX211" fmla="*/ 765521 w 1179211"/>
                  <a:gd name="connsiteY211" fmla="*/ 74184 h 84574"/>
                  <a:gd name="connsiteX212" fmla="*/ 763105 w 1179211"/>
                  <a:gd name="connsiteY212" fmla="*/ 71768 h 84574"/>
                  <a:gd name="connsiteX213" fmla="*/ 758272 w 1179211"/>
                  <a:gd name="connsiteY213" fmla="*/ 79500 h 84574"/>
                  <a:gd name="connsiteX214" fmla="*/ 777362 w 1179211"/>
                  <a:gd name="connsiteY214" fmla="*/ 85783 h 84574"/>
                  <a:gd name="connsiteX215" fmla="*/ 785094 w 1179211"/>
                  <a:gd name="connsiteY215" fmla="*/ 84575 h 84574"/>
                  <a:gd name="connsiteX216" fmla="*/ 791377 w 1179211"/>
                  <a:gd name="connsiteY216" fmla="*/ 81192 h 84574"/>
                  <a:gd name="connsiteX217" fmla="*/ 795726 w 1179211"/>
                  <a:gd name="connsiteY217" fmla="*/ 75634 h 84574"/>
                  <a:gd name="connsiteX218" fmla="*/ 797418 w 1179211"/>
                  <a:gd name="connsiteY218" fmla="*/ 68143 h 84574"/>
                  <a:gd name="connsiteX219" fmla="*/ 796693 w 1179211"/>
                  <a:gd name="connsiteY219" fmla="*/ 61377 h 84574"/>
                  <a:gd name="connsiteX220" fmla="*/ 711393 w 1179211"/>
                  <a:gd name="connsiteY220" fmla="*/ 6041 h 84574"/>
                  <a:gd name="connsiteX221" fmla="*/ 707286 w 1179211"/>
                  <a:gd name="connsiteY221" fmla="*/ 4350 h 84574"/>
                  <a:gd name="connsiteX222" fmla="*/ 703178 w 1179211"/>
                  <a:gd name="connsiteY222" fmla="*/ 6041 h 84574"/>
                  <a:gd name="connsiteX223" fmla="*/ 701486 w 1179211"/>
                  <a:gd name="connsiteY223" fmla="*/ 9907 h 84574"/>
                  <a:gd name="connsiteX224" fmla="*/ 703178 w 1179211"/>
                  <a:gd name="connsiteY224" fmla="*/ 13774 h 84574"/>
                  <a:gd name="connsiteX225" fmla="*/ 707286 w 1179211"/>
                  <a:gd name="connsiteY225" fmla="*/ 15465 h 84574"/>
                  <a:gd name="connsiteX226" fmla="*/ 711393 w 1179211"/>
                  <a:gd name="connsiteY226" fmla="*/ 13774 h 84574"/>
                  <a:gd name="connsiteX227" fmla="*/ 713085 w 1179211"/>
                  <a:gd name="connsiteY227" fmla="*/ 9907 h 84574"/>
                  <a:gd name="connsiteX228" fmla="*/ 711393 w 1179211"/>
                  <a:gd name="connsiteY228" fmla="*/ 6041 h 84574"/>
                  <a:gd name="connsiteX229" fmla="*/ 734833 w 1179211"/>
                  <a:gd name="connsiteY229" fmla="*/ 6041 h 84574"/>
                  <a:gd name="connsiteX230" fmla="*/ 730725 w 1179211"/>
                  <a:gd name="connsiteY230" fmla="*/ 4350 h 84574"/>
                  <a:gd name="connsiteX231" fmla="*/ 726617 w 1179211"/>
                  <a:gd name="connsiteY231" fmla="*/ 6041 h 84574"/>
                  <a:gd name="connsiteX232" fmla="*/ 724925 w 1179211"/>
                  <a:gd name="connsiteY232" fmla="*/ 9907 h 84574"/>
                  <a:gd name="connsiteX233" fmla="*/ 726617 w 1179211"/>
                  <a:gd name="connsiteY233" fmla="*/ 13774 h 84574"/>
                  <a:gd name="connsiteX234" fmla="*/ 730725 w 1179211"/>
                  <a:gd name="connsiteY234" fmla="*/ 15465 h 84574"/>
                  <a:gd name="connsiteX235" fmla="*/ 734833 w 1179211"/>
                  <a:gd name="connsiteY235" fmla="*/ 13774 h 84574"/>
                  <a:gd name="connsiteX236" fmla="*/ 736524 w 1179211"/>
                  <a:gd name="connsiteY236" fmla="*/ 9907 h 84574"/>
                  <a:gd name="connsiteX237" fmla="*/ 734833 w 1179211"/>
                  <a:gd name="connsiteY237" fmla="*/ 6041 h 84574"/>
                  <a:gd name="connsiteX238" fmla="*/ 695445 w 1179211"/>
                  <a:gd name="connsiteY238" fmla="*/ 28997 h 84574"/>
                  <a:gd name="connsiteX239" fmla="*/ 695445 w 1179211"/>
                  <a:gd name="connsiteY239" fmla="*/ 63552 h 84574"/>
                  <a:gd name="connsiteX240" fmla="*/ 695928 w 1179211"/>
                  <a:gd name="connsiteY240" fmla="*/ 72009 h 84574"/>
                  <a:gd name="connsiteX241" fmla="*/ 698103 w 1179211"/>
                  <a:gd name="connsiteY241" fmla="*/ 79017 h 84574"/>
                  <a:gd name="connsiteX242" fmla="*/ 703903 w 1179211"/>
                  <a:gd name="connsiteY242" fmla="*/ 83850 h 84574"/>
                  <a:gd name="connsiteX243" fmla="*/ 714535 w 1179211"/>
                  <a:gd name="connsiteY243" fmla="*/ 85783 h 84574"/>
                  <a:gd name="connsiteX244" fmla="*/ 722026 w 1179211"/>
                  <a:gd name="connsiteY244" fmla="*/ 84575 h 84574"/>
                  <a:gd name="connsiteX245" fmla="*/ 727342 w 1179211"/>
                  <a:gd name="connsiteY245" fmla="*/ 81433 h 84574"/>
                  <a:gd name="connsiteX246" fmla="*/ 730725 w 1179211"/>
                  <a:gd name="connsiteY246" fmla="*/ 77809 h 84574"/>
                  <a:gd name="connsiteX247" fmla="*/ 732658 w 1179211"/>
                  <a:gd name="connsiteY247" fmla="*/ 75151 h 84574"/>
                  <a:gd name="connsiteX248" fmla="*/ 733866 w 1179211"/>
                  <a:gd name="connsiteY248" fmla="*/ 84575 h 84574"/>
                  <a:gd name="connsiteX249" fmla="*/ 743290 w 1179211"/>
                  <a:gd name="connsiteY249" fmla="*/ 83608 h 84574"/>
                  <a:gd name="connsiteX250" fmla="*/ 743049 w 1179211"/>
                  <a:gd name="connsiteY250" fmla="*/ 81433 h 84574"/>
                  <a:gd name="connsiteX251" fmla="*/ 742565 w 1179211"/>
                  <a:gd name="connsiteY251" fmla="*/ 77809 h 84574"/>
                  <a:gd name="connsiteX252" fmla="*/ 742324 w 1179211"/>
                  <a:gd name="connsiteY252" fmla="*/ 73701 h 84574"/>
                  <a:gd name="connsiteX253" fmla="*/ 742082 w 1179211"/>
                  <a:gd name="connsiteY253" fmla="*/ 69593 h 84574"/>
                  <a:gd name="connsiteX254" fmla="*/ 742082 w 1179211"/>
                  <a:gd name="connsiteY254" fmla="*/ 28755 h 84574"/>
                  <a:gd name="connsiteX255" fmla="*/ 732175 w 1179211"/>
                  <a:gd name="connsiteY255" fmla="*/ 28755 h 84574"/>
                  <a:gd name="connsiteX256" fmla="*/ 732175 w 1179211"/>
                  <a:gd name="connsiteY256" fmla="*/ 59686 h 84574"/>
                  <a:gd name="connsiteX257" fmla="*/ 730966 w 1179211"/>
                  <a:gd name="connsiteY257" fmla="*/ 66935 h 84574"/>
                  <a:gd name="connsiteX258" fmla="*/ 727583 w 1179211"/>
                  <a:gd name="connsiteY258" fmla="*/ 72734 h 84574"/>
                  <a:gd name="connsiteX259" fmla="*/ 722751 w 1179211"/>
                  <a:gd name="connsiteY259" fmla="*/ 76600 h 84574"/>
                  <a:gd name="connsiteX260" fmla="*/ 716468 w 1179211"/>
                  <a:gd name="connsiteY260" fmla="*/ 78050 h 84574"/>
                  <a:gd name="connsiteX261" fmla="*/ 710427 w 1179211"/>
                  <a:gd name="connsiteY261" fmla="*/ 77084 h 84574"/>
                  <a:gd name="connsiteX262" fmla="*/ 706802 w 1179211"/>
                  <a:gd name="connsiteY262" fmla="*/ 74184 h 84574"/>
                  <a:gd name="connsiteX263" fmla="*/ 705111 w 1179211"/>
                  <a:gd name="connsiteY263" fmla="*/ 69593 h 84574"/>
                  <a:gd name="connsiteX264" fmla="*/ 704628 w 1179211"/>
                  <a:gd name="connsiteY264" fmla="*/ 63310 h 84574"/>
                  <a:gd name="connsiteX265" fmla="*/ 704628 w 1179211"/>
                  <a:gd name="connsiteY265" fmla="*/ 28755 h 84574"/>
                  <a:gd name="connsiteX266" fmla="*/ 695445 w 1179211"/>
                  <a:gd name="connsiteY266" fmla="*/ 28755 h 84574"/>
                  <a:gd name="connsiteX267" fmla="*/ 664515 w 1179211"/>
                  <a:gd name="connsiteY267" fmla="*/ 60894 h 84574"/>
                  <a:gd name="connsiteX268" fmla="*/ 657991 w 1179211"/>
                  <a:gd name="connsiteY268" fmla="*/ 71284 h 84574"/>
                  <a:gd name="connsiteX269" fmla="*/ 648325 w 1179211"/>
                  <a:gd name="connsiteY269" fmla="*/ 76600 h 84574"/>
                  <a:gd name="connsiteX270" fmla="*/ 636726 w 1179211"/>
                  <a:gd name="connsiteY270" fmla="*/ 78050 h 84574"/>
                  <a:gd name="connsiteX271" fmla="*/ 631893 w 1179211"/>
                  <a:gd name="connsiteY271" fmla="*/ 77809 h 84574"/>
                  <a:gd name="connsiteX272" fmla="*/ 626577 w 1179211"/>
                  <a:gd name="connsiteY272" fmla="*/ 77325 h 84574"/>
                  <a:gd name="connsiteX273" fmla="*/ 626577 w 1179211"/>
                  <a:gd name="connsiteY273" fmla="*/ 10874 h 84574"/>
                  <a:gd name="connsiteX274" fmla="*/ 630927 w 1179211"/>
                  <a:gd name="connsiteY274" fmla="*/ 10632 h 84574"/>
                  <a:gd name="connsiteX275" fmla="*/ 635276 w 1179211"/>
                  <a:gd name="connsiteY275" fmla="*/ 10632 h 84574"/>
                  <a:gd name="connsiteX276" fmla="*/ 659440 w 1179211"/>
                  <a:gd name="connsiteY276" fmla="*/ 18848 h 84574"/>
                  <a:gd name="connsiteX277" fmla="*/ 666931 w 1179211"/>
                  <a:gd name="connsiteY277" fmla="*/ 44220 h 84574"/>
                  <a:gd name="connsiteX278" fmla="*/ 664515 w 1179211"/>
                  <a:gd name="connsiteY278" fmla="*/ 60894 h 84574"/>
                  <a:gd name="connsiteX279" fmla="*/ 675389 w 1179211"/>
                  <a:gd name="connsiteY279" fmla="*/ 25856 h 84574"/>
                  <a:gd name="connsiteX280" fmla="*/ 667173 w 1179211"/>
                  <a:gd name="connsiteY280" fmla="*/ 13774 h 84574"/>
                  <a:gd name="connsiteX281" fmla="*/ 654366 w 1179211"/>
                  <a:gd name="connsiteY281" fmla="*/ 6524 h 84574"/>
                  <a:gd name="connsiteX282" fmla="*/ 637451 w 1179211"/>
                  <a:gd name="connsiteY282" fmla="*/ 4108 h 84574"/>
                  <a:gd name="connsiteX283" fmla="*/ 631168 w 1179211"/>
                  <a:gd name="connsiteY283" fmla="*/ 4108 h 84574"/>
                  <a:gd name="connsiteX284" fmla="*/ 627060 w 1179211"/>
                  <a:gd name="connsiteY284" fmla="*/ 4350 h 84574"/>
                  <a:gd name="connsiteX285" fmla="*/ 622953 w 1179211"/>
                  <a:gd name="connsiteY285" fmla="*/ 4350 h 84574"/>
                  <a:gd name="connsiteX286" fmla="*/ 616670 w 1179211"/>
                  <a:gd name="connsiteY286" fmla="*/ 4591 h 84574"/>
                  <a:gd name="connsiteX287" fmla="*/ 616670 w 1179211"/>
                  <a:gd name="connsiteY287" fmla="*/ 84091 h 84574"/>
                  <a:gd name="connsiteX288" fmla="*/ 625611 w 1179211"/>
                  <a:gd name="connsiteY288" fmla="*/ 84333 h 84574"/>
                  <a:gd name="connsiteX289" fmla="*/ 637209 w 1179211"/>
                  <a:gd name="connsiteY289" fmla="*/ 84575 h 84574"/>
                  <a:gd name="connsiteX290" fmla="*/ 650741 w 1179211"/>
                  <a:gd name="connsiteY290" fmla="*/ 82883 h 84574"/>
                  <a:gd name="connsiteX291" fmla="*/ 664032 w 1179211"/>
                  <a:gd name="connsiteY291" fmla="*/ 76842 h 84574"/>
                  <a:gd name="connsiteX292" fmla="*/ 674181 w 1179211"/>
                  <a:gd name="connsiteY292" fmla="*/ 64518 h 84574"/>
                  <a:gd name="connsiteX293" fmla="*/ 678289 w 1179211"/>
                  <a:gd name="connsiteY293" fmla="*/ 43979 h 84574"/>
                  <a:gd name="connsiteX294" fmla="*/ 675389 w 1179211"/>
                  <a:gd name="connsiteY294" fmla="*/ 25856 h 84574"/>
                  <a:gd name="connsiteX295" fmla="*/ 562059 w 1179211"/>
                  <a:gd name="connsiteY295" fmla="*/ 77325 h 84574"/>
                  <a:gd name="connsiteX296" fmla="*/ 558918 w 1179211"/>
                  <a:gd name="connsiteY296" fmla="*/ 78534 h 84574"/>
                  <a:gd name="connsiteX297" fmla="*/ 555776 w 1179211"/>
                  <a:gd name="connsiteY297" fmla="*/ 79017 h 84574"/>
                  <a:gd name="connsiteX298" fmla="*/ 553360 w 1179211"/>
                  <a:gd name="connsiteY298" fmla="*/ 78534 h 84574"/>
                  <a:gd name="connsiteX299" fmla="*/ 551185 w 1179211"/>
                  <a:gd name="connsiteY299" fmla="*/ 77567 h 84574"/>
                  <a:gd name="connsiteX300" fmla="*/ 549010 w 1179211"/>
                  <a:gd name="connsiteY300" fmla="*/ 74184 h 84574"/>
                  <a:gd name="connsiteX301" fmla="*/ 548769 w 1179211"/>
                  <a:gd name="connsiteY301" fmla="*/ 67901 h 84574"/>
                  <a:gd name="connsiteX302" fmla="*/ 548769 w 1179211"/>
                  <a:gd name="connsiteY302" fmla="*/ 35280 h 84574"/>
                  <a:gd name="connsiteX303" fmla="*/ 561817 w 1179211"/>
                  <a:gd name="connsiteY303" fmla="*/ 35280 h 84574"/>
                  <a:gd name="connsiteX304" fmla="*/ 561817 w 1179211"/>
                  <a:gd name="connsiteY304" fmla="*/ 28997 h 84574"/>
                  <a:gd name="connsiteX305" fmla="*/ 548769 w 1179211"/>
                  <a:gd name="connsiteY305" fmla="*/ 28997 h 84574"/>
                  <a:gd name="connsiteX306" fmla="*/ 548769 w 1179211"/>
                  <a:gd name="connsiteY306" fmla="*/ 12807 h 84574"/>
                  <a:gd name="connsiteX307" fmla="*/ 539103 w 1179211"/>
                  <a:gd name="connsiteY307" fmla="*/ 14982 h 84574"/>
                  <a:gd name="connsiteX308" fmla="*/ 539103 w 1179211"/>
                  <a:gd name="connsiteY308" fmla="*/ 28997 h 84574"/>
                  <a:gd name="connsiteX309" fmla="*/ 529679 w 1179211"/>
                  <a:gd name="connsiteY309" fmla="*/ 28997 h 84574"/>
                  <a:gd name="connsiteX310" fmla="*/ 529679 w 1179211"/>
                  <a:gd name="connsiteY310" fmla="*/ 35280 h 84574"/>
                  <a:gd name="connsiteX311" fmla="*/ 539103 w 1179211"/>
                  <a:gd name="connsiteY311" fmla="*/ 35280 h 84574"/>
                  <a:gd name="connsiteX312" fmla="*/ 539103 w 1179211"/>
                  <a:gd name="connsiteY312" fmla="*/ 68868 h 84574"/>
                  <a:gd name="connsiteX313" fmla="*/ 539345 w 1179211"/>
                  <a:gd name="connsiteY313" fmla="*/ 76117 h 84574"/>
                  <a:gd name="connsiteX314" fmla="*/ 541278 w 1179211"/>
                  <a:gd name="connsiteY314" fmla="*/ 81433 h 84574"/>
                  <a:gd name="connsiteX315" fmla="*/ 545869 w 1179211"/>
                  <a:gd name="connsiteY315" fmla="*/ 84816 h 84574"/>
                  <a:gd name="connsiteX316" fmla="*/ 551910 w 1179211"/>
                  <a:gd name="connsiteY316" fmla="*/ 85783 h 84574"/>
                  <a:gd name="connsiteX317" fmla="*/ 558434 w 1179211"/>
                  <a:gd name="connsiteY317" fmla="*/ 84816 h 84574"/>
                  <a:gd name="connsiteX318" fmla="*/ 563992 w 1179211"/>
                  <a:gd name="connsiteY318" fmla="*/ 82158 h 84574"/>
                  <a:gd name="connsiteX319" fmla="*/ 562059 w 1179211"/>
                  <a:gd name="connsiteY319" fmla="*/ 77325 h 84574"/>
                  <a:gd name="connsiteX320" fmla="*/ 487392 w 1179211"/>
                  <a:gd name="connsiteY320" fmla="*/ 6041 h 84574"/>
                  <a:gd name="connsiteX321" fmla="*/ 483284 w 1179211"/>
                  <a:gd name="connsiteY321" fmla="*/ 4350 h 84574"/>
                  <a:gd name="connsiteX322" fmla="*/ 479176 w 1179211"/>
                  <a:gd name="connsiteY322" fmla="*/ 6041 h 84574"/>
                  <a:gd name="connsiteX323" fmla="*/ 477484 w 1179211"/>
                  <a:gd name="connsiteY323" fmla="*/ 9907 h 84574"/>
                  <a:gd name="connsiteX324" fmla="*/ 479176 w 1179211"/>
                  <a:gd name="connsiteY324" fmla="*/ 13774 h 84574"/>
                  <a:gd name="connsiteX325" fmla="*/ 483284 w 1179211"/>
                  <a:gd name="connsiteY325" fmla="*/ 15465 h 84574"/>
                  <a:gd name="connsiteX326" fmla="*/ 487392 w 1179211"/>
                  <a:gd name="connsiteY326" fmla="*/ 13774 h 84574"/>
                  <a:gd name="connsiteX327" fmla="*/ 489083 w 1179211"/>
                  <a:gd name="connsiteY327" fmla="*/ 9907 h 84574"/>
                  <a:gd name="connsiteX328" fmla="*/ 487392 w 1179211"/>
                  <a:gd name="connsiteY328" fmla="*/ 6041 h 84574"/>
                  <a:gd name="connsiteX329" fmla="*/ 510589 w 1179211"/>
                  <a:gd name="connsiteY329" fmla="*/ 6041 h 84574"/>
                  <a:gd name="connsiteX330" fmla="*/ 506481 w 1179211"/>
                  <a:gd name="connsiteY330" fmla="*/ 4350 h 84574"/>
                  <a:gd name="connsiteX331" fmla="*/ 502373 w 1179211"/>
                  <a:gd name="connsiteY331" fmla="*/ 6041 h 84574"/>
                  <a:gd name="connsiteX332" fmla="*/ 500682 w 1179211"/>
                  <a:gd name="connsiteY332" fmla="*/ 9907 h 84574"/>
                  <a:gd name="connsiteX333" fmla="*/ 502373 w 1179211"/>
                  <a:gd name="connsiteY333" fmla="*/ 13774 h 84574"/>
                  <a:gd name="connsiteX334" fmla="*/ 506481 w 1179211"/>
                  <a:gd name="connsiteY334" fmla="*/ 15465 h 84574"/>
                  <a:gd name="connsiteX335" fmla="*/ 510589 w 1179211"/>
                  <a:gd name="connsiteY335" fmla="*/ 13774 h 84574"/>
                  <a:gd name="connsiteX336" fmla="*/ 512281 w 1179211"/>
                  <a:gd name="connsiteY336" fmla="*/ 9907 h 84574"/>
                  <a:gd name="connsiteX337" fmla="*/ 510589 w 1179211"/>
                  <a:gd name="connsiteY337" fmla="*/ 6041 h 84574"/>
                  <a:gd name="connsiteX338" fmla="*/ 504548 w 1179211"/>
                  <a:gd name="connsiteY338" fmla="*/ 62827 h 84574"/>
                  <a:gd name="connsiteX339" fmla="*/ 504306 w 1179211"/>
                  <a:gd name="connsiteY339" fmla="*/ 67660 h 84574"/>
                  <a:gd name="connsiteX340" fmla="*/ 502373 w 1179211"/>
                  <a:gd name="connsiteY340" fmla="*/ 72976 h 84574"/>
                  <a:gd name="connsiteX341" fmla="*/ 498990 w 1179211"/>
                  <a:gd name="connsiteY341" fmla="*/ 76600 h 84574"/>
                  <a:gd name="connsiteX342" fmla="*/ 495124 w 1179211"/>
                  <a:gd name="connsiteY342" fmla="*/ 78534 h 84574"/>
                  <a:gd name="connsiteX343" fmla="*/ 491741 w 1179211"/>
                  <a:gd name="connsiteY343" fmla="*/ 79017 h 84574"/>
                  <a:gd name="connsiteX344" fmla="*/ 488116 w 1179211"/>
                  <a:gd name="connsiteY344" fmla="*/ 78534 h 84574"/>
                  <a:gd name="connsiteX345" fmla="*/ 484975 w 1179211"/>
                  <a:gd name="connsiteY345" fmla="*/ 76842 h 84574"/>
                  <a:gd name="connsiteX346" fmla="*/ 482800 w 1179211"/>
                  <a:gd name="connsiteY346" fmla="*/ 73942 h 84574"/>
                  <a:gd name="connsiteX347" fmla="*/ 482075 w 1179211"/>
                  <a:gd name="connsiteY347" fmla="*/ 69351 h 84574"/>
                  <a:gd name="connsiteX348" fmla="*/ 483284 w 1179211"/>
                  <a:gd name="connsiteY348" fmla="*/ 64760 h 84574"/>
                  <a:gd name="connsiteX349" fmla="*/ 486183 w 1179211"/>
                  <a:gd name="connsiteY349" fmla="*/ 61619 h 84574"/>
                  <a:gd name="connsiteX350" fmla="*/ 489566 w 1179211"/>
                  <a:gd name="connsiteY350" fmla="*/ 59686 h 84574"/>
                  <a:gd name="connsiteX351" fmla="*/ 492708 w 1179211"/>
                  <a:gd name="connsiteY351" fmla="*/ 58719 h 84574"/>
                  <a:gd name="connsiteX352" fmla="*/ 496091 w 1179211"/>
                  <a:gd name="connsiteY352" fmla="*/ 58236 h 84574"/>
                  <a:gd name="connsiteX353" fmla="*/ 499715 w 1179211"/>
                  <a:gd name="connsiteY353" fmla="*/ 57994 h 84574"/>
                  <a:gd name="connsiteX354" fmla="*/ 502857 w 1179211"/>
                  <a:gd name="connsiteY354" fmla="*/ 57752 h 84574"/>
                  <a:gd name="connsiteX355" fmla="*/ 505031 w 1179211"/>
                  <a:gd name="connsiteY355" fmla="*/ 57752 h 84574"/>
                  <a:gd name="connsiteX356" fmla="*/ 504548 w 1179211"/>
                  <a:gd name="connsiteY356" fmla="*/ 62827 h 84574"/>
                  <a:gd name="connsiteX357" fmla="*/ 522188 w 1179211"/>
                  <a:gd name="connsiteY357" fmla="*/ 78292 h 84574"/>
                  <a:gd name="connsiteX358" fmla="*/ 517838 w 1179211"/>
                  <a:gd name="connsiteY358" fmla="*/ 79017 h 84574"/>
                  <a:gd name="connsiteX359" fmla="*/ 514939 w 1179211"/>
                  <a:gd name="connsiteY359" fmla="*/ 77809 h 84574"/>
                  <a:gd name="connsiteX360" fmla="*/ 513972 w 1179211"/>
                  <a:gd name="connsiteY360" fmla="*/ 72734 h 84574"/>
                  <a:gd name="connsiteX361" fmla="*/ 513972 w 1179211"/>
                  <a:gd name="connsiteY361" fmla="*/ 43496 h 84574"/>
                  <a:gd name="connsiteX362" fmla="*/ 513972 w 1179211"/>
                  <a:gd name="connsiteY362" fmla="*/ 40354 h 84574"/>
                  <a:gd name="connsiteX363" fmla="*/ 513489 w 1179211"/>
                  <a:gd name="connsiteY363" fmla="*/ 36971 h 84574"/>
                  <a:gd name="connsiteX364" fmla="*/ 512281 w 1179211"/>
                  <a:gd name="connsiteY364" fmla="*/ 33830 h 84574"/>
                  <a:gd name="connsiteX365" fmla="*/ 509864 w 1179211"/>
                  <a:gd name="connsiteY365" fmla="*/ 31172 h 84574"/>
                  <a:gd name="connsiteX366" fmla="*/ 502615 w 1179211"/>
                  <a:gd name="connsiteY366" fmla="*/ 27789 h 84574"/>
                  <a:gd name="connsiteX367" fmla="*/ 494882 w 1179211"/>
                  <a:gd name="connsiteY367" fmla="*/ 27064 h 84574"/>
                  <a:gd name="connsiteX368" fmla="*/ 488116 w 1179211"/>
                  <a:gd name="connsiteY368" fmla="*/ 27789 h 84574"/>
                  <a:gd name="connsiteX369" fmla="*/ 482075 w 1179211"/>
                  <a:gd name="connsiteY369" fmla="*/ 29964 h 84574"/>
                  <a:gd name="connsiteX370" fmla="*/ 477243 w 1179211"/>
                  <a:gd name="connsiteY370" fmla="*/ 33830 h 84574"/>
                  <a:gd name="connsiteX371" fmla="*/ 474584 w 1179211"/>
                  <a:gd name="connsiteY371" fmla="*/ 40113 h 84574"/>
                  <a:gd name="connsiteX372" fmla="*/ 482317 w 1179211"/>
                  <a:gd name="connsiteY372" fmla="*/ 42529 h 84574"/>
                  <a:gd name="connsiteX373" fmla="*/ 483284 w 1179211"/>
                  <a:gd name="connsiteY373" fmla="*/ 38904 h 84574"/>
                  <a:gd name="connsiteX374" fmla="*/ 485217 w 1179211"/>
                  <a:gd name="connsiteY374" fmla="*/ 36005 h 84574"/>
                  <a:gd name="connsiteX375" fmla="*/ 488600 w 1179211"/>
                  <a:gd name="connsiteY375" fmla="*/ 33830 h 84574"/>
                  <a:gd name="connsiteX376" fmla="*/ 493916 w 1179211"/>
                  <a:gd name="connsiteY376" fmla="*/ 33105 h 84574"/>
                  <a:gd name="connsiteX377" fmla="*/ 497299 w 1179211"/>
                  <a:gd name="connsiteY377" fmla="*/ 33347 h 84574"/>
                  <a:gd name="connsiteX378" fmla="*/ 500440 w 1179211"/>
                  <a:gd name="connsiteY378" fmla="*/ 34313 h 84574"/>
                  <a:gd name="connsiteX379" fmla="*/ 503582 w 1179211"/>
                  <a:gd name="connsiteY379" fmla="*/ 37213 h 84574"/>
                  <a:gd name="connsiteX380" fmla="*/ 504548 w 1179211"/>
                  <a:gd name="connsiteY380" fmla="*/ 42287 h 84574"/>
                  <a:gd name="connsiteX381" fmla="*/ 504548 w 1179211"/>
                  <a:gd name="connsiteY381" fmla="*/ 51711 h 84574"/>
                  <a:gd name="connsiteX382" fmla="*/ 497057 w 1179211"/>
                  <a:gd name="connsiteY382" fmla="*/ 51953 h 84574"/>
                  <a:gd name="connsiteX383" fmla="*/ 491016 w 1179211"/>
                  <a:gd name="connsiteY383" fmla="*/ 52436 h 84574"/>
                  <a:gd name="connsiteX384" fmla="*/ 483525 w 1179211"/>
                  <a:gd name="connsiteY384" fmla="*/ 54369 h 84574"/>
                  <a:gd name="connsiteX385" fmla="*/ 477484 w 1179211"/>
                  <a:gd name="connsiteY385" fmla="*/ 57994 h 84574"/>
                  <a:gd name="connsiteX386" fmla="*/ 473618 w 1179211"/>
                  <a:gd name="connsiteY386" fmla="*/ 63310 h 84574"/>
                  <a:gd name="connsiteX387" fmla="*/ 472168 w 1179211"/>
                  <a:gd name="connsiteY387" fmla="*/ 70076 h 84574"/>
                  <a:gd name="connsiteX388" fmla="*/ 473618 w 1179211"/>
                  <a:gd name="connsiteY388" fmla="*/ 76842 h 84574"/>
                  <a:gd name="connsiteX389" fmla="*/ 477243 w 1179211"/>
                  <a:gd name="connsiteY389" fmla="*/ 81675 h 84574"/>
                  <a:gd name="connsiteX390" fmla="*/ 482317 w 1179211"/>
                  <a:gd name="connsiteY390" fmla="*/ 84575 h 84574"/>
                  <a:gd name="connsiteX391" fmla="*/ 488116 w 1179211"/>
                  <a:gd name="connsiteY391" fmla="*/ 85541 h 84574"/>
                  <a:gd name="connsiteX392" fmla="*/ 499232 w 1179211"/>
                  <a:gd name="connsiteY392" fmla="*/ 82641 h 84574"/>
                  <a:gd name="connsiteX393" fmla="*/ 505031 w 1179211"/>
                  <a:gd name="connsiteY393" fmla="*/ 75634 h 84574"/>
                  <a:gd name="connsiteX394" fmla="*/ 507689 w 1179211"/>
                  <a:gd name="connsiteY394" fmla="*/ 82158 h 84574"/>
                  <a:gd name="connsiteX395" fmla="*/ 514214 w 1179211"/>
                  <a:gd name="connsiteY395" fmla="*/ 84816 h 84574"/>
                  <a:gd name="connsiteX396" fmla="*/ 519047 w 1179211"/>
                  <a:gd name="connsiteY396" fmla="*/ 84333 h 84574"/>
                  <a:gd name="connsiteX397" fmla="*/ 522430 w 1179211"/>
                  <a:gd name="connsiteY397" fmla="*/ 83608 h 84574"/>
                  <a:gd name="connsiteX398" fmla="*/ 522430 w 1179211"/>
                  <a:gd name="connsiteY398" fmla="*/ 78292 h 84574"/>
                  <a:gd name="connsiteX399" fmla="*/ 458636 w 1179211"/>
                  <a:gd name="connsiteY399" fmla="*/ 77325 h 84574"/>
                  <a:gd name="connsiteX400" fmla="*/ 455495 w 1179211"/>
                  <a:gd name="connsiteY400" fmla="*/ 78534 h 84574"/>
                  <a:gd name="connsiteX401" fmla="*/ 452353 w 1179211"/>
                  <a:gd name="connsiteY401" fmla="*/ 79017 h 84574"/>
                  <a:gd name="connsiteX402" fmla="*/ 449937 w 1179211"/>
                  <a:gd name="connsiteY402" fmla="*/ 78534 h 84574"/>
                  <a:gd name="connsiteX403" fmla="*/ 447762 w 1179211"/>
                  <a:gd name="connsiteY403" fmla="*/ 77567 h 84574"/>
                  <a:gd name="connsiteX404" fmla="*/ 445587 w 1179211"/>
                  <a:gd name="connsiteY404" fmla="*/ 74184 h 84574"/>
                  <a:gd name="connsiteX405" fmla="*/ 445346 w 1179211"/>
                  <a:gd name="connsiteY405" fmla="*/ 67901 h 84574"/>
                  <a:gd name="connsiteX406" fmla="*/ 445346 w 1179211"/>
                  <a:gd name="connsiteY406" fmla="*/ 35280 h 84574"/>
                  <a:gd name="connsiteX407" fmla="*/ 458394 w 1179211"/>
                  <a:gd name="connsiteY407" fmla="*/ 35280 h 84574"/>
                  <a:gd name="connsiteX408" fmla="*/ 458394 w 1179211"/>
                  <a:gd name="connsiteY408" fmla="*/ 28997 h 84574"/>
                  <a:gd name="connsiteX409" fmla="*/ 445346 w 1179211"/>
                  <a:gd name="connsiteY409" fmla="*/ 28997 h 84574"/>
                  <a:gd name="connsiteX410" fmla="*/ 445346 w 1179211"/>
                  <a:gd name="connsiteY410" fmla="*/ 12807 h 84574"/>
                  <a:gd name="connsiteX411" fmla="*/ 435680 w 1179211"/>
                  <a:gd name="connsiteY411" fmla="*/ 14982 h 84574"/>
                  <a:gd name="connsiteX412" fmla="*/ 435680 w 1179211"/>
                  <a:gd name="connsiteY412" fmla="*/ 28997 h 84574"/>
                  <a:gd name="connsiteX413" fmla="*/ 426256 w 1179211"/>
                  <a:gd name="connsiteY413" fmla="*/ 28997 h 84574"/>
                  <a:gd name="connsiteX414" fmla="*/ 426256 w 1179211"/>
                  <a:gd name="connsiteY414" fmla="*/ 35280 h 84574"/>
                  <a:gd name="connsiteX415" fmla="*/ 435680 w 1179211"/>
                  <a:gd name="connsiteY415" fmla="*/ 35280 h 84574"/>
                  <a:gd name="connsiteX416" fmla="*/ 435680 w 1179211"/>
                  <a:gd name="connsiteY416" fmla="*/ 68868 h 84574"/>
                  <a:gd name="connsiteX417" fmla="*/ 435922 w 1179211"/>
                  <a:gd name="connsiteY417" fmla="*/ 76117 h 84574"/>
                  <a:gd name="connsiteX418" fmla="*/ 437855 w 1179211"/>
                  <a:gd name="connsiteY418" fmla="*/ 81433 h 84574"/>
                  <a:gd name="connsiteX419" fmla="*/ 442446 w 1179211"/>
                  <a:gd name="connsiteY419" fmla="*/ 84816 h 84574"/>
                  <a:gd name="connsiteX420" fmla="*/ 448487 w 1179211"/>
                  <a:gd name="connsiteY420" fmla="*/ 85783 h 84574"/>
                  <a:gd name="connsiteX421" fmla="*/ 455012 w 1179211"/>
                  <a:gd name="connsiteY421" fmla="*/ 84816 h 84574"/>
                  <a:gd name="connsiteX422" fmla="*/ 460569 w 1179211"/>
                  <a:gd name="connsiteY422" fmla="*/ 82158 h 84574"/>
                  <a:gd name="connsiteX423" fmla="*/ 458636 w 1179211"/>
                  <a:gd name="connsiteY423" fmla="*/ 77325 h 84574"/>
                  <a:gd name="connsiteX424" fmla="*/ 409825 w 1179211"/>
                  <a:gd name="connsiteY424" fmla="*/ 28997 h 84574"/>
                  <a:gd name="connsiteX425" fmla="*/ 399676 w 1179211"/>
                  <a:gd name="connsiteY425" fmla="*/ 28997 h 84574"/>
                  <a:gd name="connsiteX426" fmla="*/ 399676 w 1179211"/>
                  <a:gd name="connsiteY426" fmla="*/ 84091 h 84574"/>
                  <a:gd name="connsiteX427" fmla="*/ 409825 w 1179211"/>
                  <a:gd name="connsiteY427" fmla="*/ 84091 h 84574"/>
                  <a:gd name="connsiteX428" fmla="*/ 409825 w 1179211"/>
                  <a:gd name="connsiteY428" fmla="*/ 28997 h 84574"/>
                  <a:gd name="connsiteX429" fmla="*/ 409341 w 1179211"/>
                  <a:gd name="connsiteY429" fmla="*/ 2416 h 84574"/>
                  <a:gd name="connsiteX430" fmla="*/ 404992 w 1179211"/>
                  <a:gd name="connsiteY430" fmla="*/ 483 h 84574"/>
                  <a:gd name="connsiteX431" fmla="*/ 400400 w 1179211"/>
                  <a:gd name="connsiteY431" fmla="*/ 2416 h 84574"/>
                  <a:gd name="connsiteX432" fmla="*/ 398467 w 1179211"/>
                  <a:gd name="connsiteY432" fmla="*/ 6766 h 84574"/>
                  <a:gd name="connsiteX433" fmla="*/ 400400 w 1179211"/>
                  <a:gd name="connsiteY433" fmla="*/ 11116 h 84574"/>
                  <a:gd name="connsiteX434" fmla="*/ 404992 w 1179211"/>
                  <a:gd name="connsiteY434" fmla="*/ 13049 h 84574"/>
                  <a:gd name="connsiteX435" fmla="*/ 409341 w 1179211"/>
                  <a:gd name="connsiteY435" fmla="*/ 11116 h 84574"/>
                  <a:gd name="connsiteX436" fmla="*/ 411274 w 1179211"/>
                  <a:gd name="connsiteY436" fmla="*/ 6766 h 84574"/>
                  <a:gd name="connsiteX437" fmla="*/ 409341 w 1179211"/>
                  <a:gd name="connsiteY437" fmla="*/ 2416 h 84574"/>
                  <a:gd name="connsiteX438" fmla="*/ 379619 w 1179211"/>
                  <a:gd name="connsiteY438" fmla="*/ 61377 h 84574"/>
                  <a:gd name="connsiteX439" fmla="*/ 375511 w 1179211"/>
                  <a:gd name="connsiteY439" fmla="*/ 56544 h 84574"/>
                  <a:gd name="connsiteX440" fmla="*/ 370195 w 1179211"/>
                  <a:gd name="connsiteY440" fmla="*/ 53403 h 84574"/>
                  <a:gd name="connsiteX441" fmla="*/ 364396 w 1179211"/>
                  <a:gd name="connsiteY441" fmla="*/ 51470 h 84574"/>
                  <a:gd name="connsiteX442" fmla="*/ 355938 w 1179211"/>
                  <a:gd name="connsiteY442" fmla="*/ 47603 h 84574"/>
                  <a:gd name="connsiteX443" fmla="*/ 352797 w 1179211"/>
                  <a:gd name="connsiteY443" fmla="*/ 40837 h 84574"/>
                  <a:gd name="connsiteX444" fmla="*/ 355697 w 1179211"/>
                  <a:gd name="connsiteY444" fmla="*/ 35280 h 84574"/>
                  <a:gd name="connsiteX445" fmla="*/ 362946 w 1179211"/>
                  <a:gd name="connsiteY445" fmla="*/ 33105 h 84574"/>
                  <a:gd name="connsiteX446" fmla="*/ 370195 w 1179211"/>
                  <a:gd name="connsiteY446" fmla="*/ 34796 h 84574"/>
                  <a:gd name="connsiteX447" fmla="*/ 374786 w 1179211"/>
                  <a:gd name="connsiteY447" fmla="*/ 38421 h 84574"/>
                  <a:gd name="connsiteX448" fmla="*/ 379619 w 1179211"/>
                  <a:gd name="connsiteY448" fmla="*/ 32380 h 84574"/>
                  <a:gd name="connsiteX449" fmla="*/ 373820 w 1179211"/>
                  <a:gd name="connsiteY449" fmla="*/ 28997 h 84574"/>
                  <a:gd name="connsiteX450" fmla="*/ 363429 w 1179211"/>
                  <a:gd name="connsiteY450" fmla="*/ 27306 h 84574"/>
                  <a:gd name="connsiteX451" fmla="*/ 355938 w 1179211"/>
                  <a:gd name="connsiteY451" fmla="*/ 28272 h 84574"/>
                  <a:gd name="connsiteX452" fmla="*/ 349656 w 1179211"/>
                  <a:gd name="connsiteY452" fmla="*/ 31172 h 84574"/>
                  <a:gd name="connsiteX453" fmla="*/ 345306 w 1179211"/>
                  <a:gd name="connsiteY453" fmla="*/ 36005 h 84574"/>
                  <a:gd name="connsiteX454" fmla="*/ 343615 w 1179211"/>
                  <a:gd name="connsiteY454" fmla="*/ 42771 h 84574"/>
                  <a:gd name="connsiteX455" fmla="*/ 345065 w 1179211"/>
                  <a:gd name="connsiteY455" fmla="*/ 50020 h 84574"/>
                  <a:gd name="connsiteX456" fmla="*/ 348931 w 1179211"/>
                  <a:gd name="connsiteY456" fmla="*/ 54853 h 84574"/>
                  <a:gd name="connsiteX457" fmla="*/ 354005 w 1179211"/>
                  <a:gd name="connsiteY457" fmla="*/ 57752 h 84574"/>
                  <a:gd name="connsiteX458" fmla="*/ 359321 w 1179211"/>
                  <a:gd name="connsiteY458" fmla="*/ 59686 h 84574"/>
                  <a:gd name="connsiteX459" fmla="*/ 367779 w 1179211"/>
                  <a:gd name="connsiteY459" fmla="*/ 63310 h 84574"/>
                  <a:gd name="connsiteX460" fmla="*/ 370920 w 1179211"/>
                  <a:gd name="connsiteY460" fmla="*/ 70559 h 84574"/>
                  <a:gd name="connsiteX461" fmla="*/ 368262 w 1179211"/>
                  <a:gd name="connsiteY461" fmla="*/ 77325 h 84574"/>
                  <a:gd name="connsiteX462" fmla="*/ 360771 w 1179211"/>
                  <a:gd name="connsiteY462" fmla="*/ 79742 h 84574"/>
                  <a:gd name="connsiteX463" fmla="*/ 355938 w 1179211"/>
                  <a:gd name="connsiteY463" fmla="*/ 79017 h 84574"/>
                  <a:gd name="connsiteX464" fmla="*/ 351830 w 1179211"/>
                  <a:gd name="connsiteY464" fmla="*/ 76842 h 84574"/>
                  <a:gd name="connsiteX465" fmla="*/ 348447 w 1179211"/>
                  <a:gd name="connsiteY465" fmla="*/ 74184 h 84574"/>
                  <a:gd name="connsiteX466" fmla="*/ 346031 w 1179211"/>
                  <a:gd name="connsiteY466" fmla="*/ 71768 h 84574"/>
                  <a:gd name="connsiteX467" fmla="*/ 341198 w 1179211"/>
                  <a:gd name="connsiteY467" fmla="*/ 79500 h 84574"/>
                  <a:gd name="connsiteX468" fmla="*/ 360288 w 1179211"/>
                  <a:gd name="connsiteY468" fmla="*/ 85783 h 84574"/>
                  <a:gd name="connsiteX469" fmla="*/ 368020 w 1179211"/>
                  <a:gd name="connsiteY469" fmla="*/ 84575 h 84574"/>
                  <a:gd name="connsiteX470" fmla="*/ 374303 w 1179211"/>
                  <a:gd name="connsiteY470" fmla="*/ 81192 h 84574"/>
                  <a:gd name="connsiteX471" fmla="*/ 378411 w 1179211"/>
                  <a:gd name="connsiteY471" fmla="*/ 75634 h 84574"/>
                  <a:gd name="connsiteX472" fmla="*/ 380103 w 1179211"/>
                  <a:gd name="connsiteY472" fmla="*/ 68143 h 84574"/>
                  <a:gd name="connsiteX473" fmla="*/ 379619 w 1179211"/>
                  <a:gd name="connsiteY473" fmla="*/ 61377 h 84574"/>
                  <a:gd name="connsiteX474" fmla="*/ 298428 w 1179211"/>
                  <a:gd name="connsiteY474" fmla="*/ 84091 h 84574"/>
                  <a:gd name="connsiteX475" fmla="*/ 307852 w 1179211"/>
                  <a:gd name="connsiteY475" fmla="*/ 84091 h 84574"/>
                  <a:gd name="connsiteX476" fmla="*/ 307852 w 1179211"/>
                  <a:gd name="connsiteY476" fmla="*/ 57511 h 84574"/>
                  <a:gd name="connsiteX477" fmla="*/ 308093 w 1179211"/>
                  <a:gd name="connsiteY477" fmla="*/ 51953 h 84574"/>
                  <a:gd name="connsiteX478" fmla="*/ 308818 w 1179211"/>
                  <a:gd name="connsiteY478" fmla="*/ 46637 h 84574"/>
                  <a:gd name="connsiteX479" fmla="*/ 312926 w 1179211"/>
                  <a:gd name="connsiteY479" fmla="*/ 37938 h 84574"/>
                  <a:gd name="connsiteX480" fmla="*/ 318967 w 1179211"/>
                  <a:gd name="connsiteY480" fmla="*/ 34555 h 84574"/>
                  <a:gd name="connsiteX481" fmla="*/ 325008 w 1179211"/>
                  <a:gd name="connsiteY481" fmla="*/ 40596 h 84574"/>
                  <a:gd name="connsiteX482" fmla="*/ 333224 w 1179211"/>
                  <a:gd name="connsiteY482" fmla="*/ 37696 h 84574"/>
                  <a:gd name="connsiteX483" fmla="*/ 332016 w 1179211"/>
                  <a:gd name="connsiteY483" fmla="*/ 32863 h 84574"/>
                  <a:gd name="connsiteX484" fmla="*/ 329599 w 1179211"/>
                  <a:gd name="connsiteY484" fmla="*/ 29722 h 84574"/>
                  <a:gd name="connsiteX485" fmla="*/ 326216 w 1179211"/>
                  <a:gd name="connsiteY485" fmla="*/ 28030 h 84574"/>
                  <a:gd name="connsiteX486" fmla="*/ 322833 w 1179211"/>
                  <a:gd name="connsiteY486" fmla="*/ 27547 h 84574"/>
                  <a:gd name="connsiteX487" fmla="*/ 314134 w 1179211"/>
                  <a:gd name="connsiteY487" fmla="*/ 30205 h 84574"/>
                  <a:gd name="connsiteX488" fmla="*/ 307852 w 1179211"/>
                  <a:gd name="connsiteY488" fmla="*/ 37696 h 84574"/>
                  <a:gd name="connsiteX489" fmla="*/ 306643 w 1179211"/>
                  <a:gd name="connsiteY489" fmla="*/ 28272 h 84574"/>
                  <a:gd name="connsiteX490" fmla="*/ 297219 w 1179211"/>
                  <a:gd name="connsiteY490" fmla="*/ 29239 h 84574"/>
                  <a:gd name="connsiteX491" fmla="*/ 297461 w 1179211"/>
                  <a:gd name="connsiteY491" fmla="*/ 31413 h 84574"/>
                  <a:gd name="connsiteX492" fmla="*/ 297944 w 1179211"/>
                  <a:gd name="connsiteY492" fmla="*/ 35038 h 84574"/>
                  <a:gd name="connsiteX493" fmla="*/ 298186 w 1179211"/>
                  <a:gd name="connsiteY493" fmla="*/ 39146 h 84574"/>
                  <a:gd name="connsiteX494" fmla="*/ 298428 w 1179211"/>
                  <a:gd name="connsiteY494" fmla="*/ 43254 h 84574"/>
                  <a:gd name="connsiteX495" fmla="*/ 298428 w 1179211"/>
                  <a:gd name="connsiteY495" fmla="*/ 84091 h 84574"/>
                  <a:gd name="connsiteX496" fmla="*/ 267981 w 1179211"/>
                  <a:gd name="connsiteY496" fmla="*/ 38179 h 84574"/>
                  <a:gd name="connsiteX497" fmla="*/ 271122 w 1179211"/>
                  <a:gd name="connsiteY497" fmla="*/ 50262 h 84574"/>
                  <a:gd name="connsiteX498" fmla="*/ 271122 w 1179211"/>
                  <a:gd name="connsiteY498" fmla="*/ 52195 h 84574"/>
                  <a:gd name="connsiteX499" fmla="*/ 243817 w 1179211"/>
                  <a:gd name="connsiteY499" fmla="*/ 52195 h 84574"/>
                  <a:gd name="connsiteX500" fmla="*/ 245508 w 1179211"/>
                  <a:gd name="connsiteY500" fmla="*/ 45187 h 84574"/>
                  <a:gd name="connsiteX501" fmla="*/ 248649 w 1179211"/>
                  <a:gd name="connsiteY501" fmla="*/ 39388 h 84574"/>
                  <a:gd name="connsiteX502" fmla="*/ 253241 w 1179211"/>
                  <a:gd name="connsiteY502" fmla="*/ 35280 h 84574"/>
                  <a:gd name="connsiteX503" fmla="*/ 259282 w 1179211"/>
                  <a:gd name="connsiteY503" fmla="*/ 33830 h 84574"/>
                  <a:gd name="connsiteX504" fmla="*/ 267981 w 1179211"/>
                  <a:gd name="connsiteY504" fmla="*/ 38179 h 84574"/>
                  <a:gd name="connsiteX505" fmla="*/ 281029 w 1179211"/>
                  <a:gd name="connsiteY505" fmla="*/ 58236 h 84574"/>
                  <a:gd name="connsiteX506" fmla="*/ 281029 w 1179211"/>
                  <a:gd name="connsiteY506" fmla="*/ 52678 h 84574"/>
                  <a:gd name="connsiteX507" fmla="*/ 280063 w 1179211"/>
                  <a:gd name="connsiteY507" fmla="*/ 43496 h 84574"/>
                  <a:gd name="connsiteX508" fmla="*/ 276438 w 1179211"/>
                  <a:gd name="connsiteY508" fmla="*/ 35280 h 84574"/>
                  <a:gd name="connsiteX509" fmla="*/ 269672 w 1179211"/>
                  <a:gd name="connsiteY509" fmla="*/ 29480 h 84574"/>
                  <a:gd name="connsiteX510" fmla="*/ 259040 w 1179211"/>
                  <a:gd name="connsiteY510" fmla="*/ 27306 h 84574"/>
                  <a:gd name="connsiteX511" fmla="*/ 249133 w 1179211"/>
                  <a:gd name="connsiteY511" fmla="*/ 29480 h 84574"/>
                  <a:gd name="connsiteX512" fmla="*/ 241159 w 1179211"/>
                  <a:gd name="connsiteY512" fmla="*/ 35521 h 84574"/>
                  <a:gd name="connsiteX513" fmla="*/ 235842 w 1179211"/>
                  <a:gd name="connsiteY513" fmla="*/ 44704 h 84574"/>
                  <a:gd name="connsiteX514" fmla="*/ 233909 w 1179211"/>
                  <a:gd name="connsiteY514" fmla="*/ 56544 h 84574"/>
                  <a:gd name="connsiteX515" fmla="*/ 240675 w 1179211"/>
                  <a:gd name="connsiteY515" fmla="*/ 78292 h 84574"/>
                  <a:gd name="connsiteX516" fmla="*/ 260490 w 1179211"/>
                  <a:gd name="connsiteY516" fmla="*/ 85783 h 84574"/>
                  <a:gd name="connsiteX517" fmla="*/ 272572 w 1179211"/>
                  <a:gd name="connsiteY517" fmla="*/ 83125 h 84574"/>
                  <a:gd name="connsiteX518" fmla="*/ 282238 w 1179211"/>
                  <a:gd name="connsiteY518" fmla="*/ 75151 h 84574"/>
                  <a:gd name="connsiteX519" fmla="*/ 278371 w 1179211"/>
                  <a:gd name="connsiteY519" fmla="*/ 71043 h 84574"/>
                  <a:gd name="connsiteX520" fmla="*/ 268947 w 1179211"/>
                  <a:gd name="connsiteY520" fmla="*/ 77567 h 84574"/>
                  <a:gd name="connsiteX521" fmla="*/ 261215 w 1179211"/>
                  <a:gd name="connsiteY521" fmla="*/ 79017 h 84574"/>
                  <a:gd name="connsiteX522" fmla="*/ 248649 w 1179211"/>
                  <a:gd name="connsiteY522" fmla="*/ 73701 h 84574"/>
                  <a:gd name="connsiteX523" fmla="*/ 244058 w 1179211"/>
                  <a:gd name="connsiteY523" fmla="*/ 58477 h 84574"/>
                  <a:gd name="connsiteX524" fmla="*/ 281029 w 1179211"/>
                  <a:gd name="connsiteY524" fmla="*/ 58477 h 84574"/>
                  <a:gd name="connsiteX525" fmla="*/ 183648 w 1179211"/>
                  <a:gd name="connsiteY525" fmla="*/ 28997 h 84574"/>
                  <a:gd name="connsiteX526" fmla="*/ 172774 w 1179211"/>
                  <a:gd name="connsiteY526" fmla="*/ 28997 h 84574"/>
                  <a:gd name="connsiteX527" fmla="*/ 195247 w 1179211"/>
                  <a:gd name="connsiteY527" fmla="*/ 85300 h 84574"/>
                  <a:gd name="connsiteX528" fmla="*/ 203221 w 1179211"/>
                  <a:gd name="connsiteY528" fmla="*/ 85300 h 84574"/>
                  <a:gd name="connsiteX529" fmla="*/ 226418 w 1179211"/>
                  <a:gd name="connsiteY529" fmla="*/ 28997 h 84574"/>
                  <a:gd name="connsiteX530" fmla="*/ 217236 w 1179211"/>
                  <a:gd name="connsiteY530" fmla="*/ 28997 h 84574"/>
                  <a:gd name="connsiteX531" fmla="*/ 202496 w 1179211"/>
                  <a:gd name="connsiteY531" fmla="*/ 67660 h 84574"/>
                  <a:gd name="connsiteX532" fmla="*/ 200079 w 1179211"/>
                  <a:gd name="connsiteY532" fmla="*/ 76359 h 84574"/>
                  <a:gd name="connsiteX533" fmla="*/ 199354 w 1179211"/>
                  <a:gd name="connsiteY533" fmla="*/ 72734 h 84574"/>
                  <a:gd name="connsiteX534" fmla="*/ 197663 w 1179211"/>
                  <a:gd name="connsiteY534" fmla="*/ 67176 h 84574"/>
                  <a:gd name="connsiteX535" fmla="*/ 183648 w 1179211"/>
                  <a:gd name="connsiteY535" fmla="*/ 28997 h 84574"/>
                  <a:gd name="connsiteX536" fmla="*/ 159000 w 1179211"/>
                  <a:gd name="connsiteY536" fmla="*/ 28997 h 84574"/>
                  <a:gd name="connsiteX537" fmla="*/ 148851 w 1179211"/>
                  <a:gd name="connsiteY537" fmla="*/ 28997 h 84574"/>
                  <a:gd name="connsiteX538" fmla="*/ 148851 w 1179211"/>
                  <a:gd name="connsiteY538" fmla="*/ 84091 h 84574"/>
                  <a:gd name="connsiteX539" fmla="*/ 159000 w 1179211"/>
                  <a:gd name="connsiteY539" fmla="*/ 84091 h 84574"/>
                  <a:gd name="connsiteX540" fmla="*/ 159000 w 1179211"/>
                  <a:gd name="connsiteY540" fmla="*/ 28997 h 84574"/>
                  <a:gd name="connsiteX541" fmla="*/ 158517 w 1179211"/>
                  <a:gd name="connsiteY541" fmla="*/ 2416 h 84574"/>
                  <a:gd name="connsiteX542" fmla="*/ 154167 w 1179211"/>
                  <a:gd name="connsiteY542" fmla="*/ 483 h 84574"/>
                  <a:gd name="connsiteX543" fmla="*/ 149576 w 1179211"/>
                  <a:gd name="connsiteY543" fmla="*/ 2416 h 84574"/>
                  <a:gd name="connsiteX544" fmla="*/ 147643 w 1179211"/>
                  <a:gd name="connsiteY544" fmla="*/ 6766 h 84574"/>
                  <a:gd name="connsiteX545" fmla="*/ 149576 w 1179211"/>
                  <a:gd name="connsiteY545" fmla="*/ 11116 h 84574"/>
                  <a:gd name="connsiteX546" fmla="*/ 154167 w 1179211"/>
                  <a:gd name="connsiteY546" fmla="*/ 13049 h 84574"/>
                  <a:gd name="connsiteX547" fmla="*/ 158517 w 1179211"/>
                  <a:gd name="connsiteY547" fmla="*/ 11116 h 84574"/>
                  <a:gd name="connsiteX548" fmla="*/ 160450 w 1179211"/>
                  <a:gd name="connsiteY548" fmla="*/ 6766 h 84574"/>
                  <a:gd name="connsiteX549" fmla="*/ 158517 w 1179211"/>
                  <a:gd name="connsiteY549" fmla="*/ 2416 h 84574"/>
                  <a:gd name="connsiteX550" fmla="*/ 128795 w 1179211"/>
                  <a:gd name="connsiteY550" fmla="*/ 84091 h 84574"/>
                  <a:gd name="connsiteX551" fmla="*/ 128795 w 1179211"/>
                  <a:gd name="connsiteY551" fmla="*/ 49537 h 84574"/>
                  <a:gd name="connsiteX552" fmla="*/ 128312 w 1179211"/>
                  <a:gd name="connsiteY552" fmla="*/ 41079 h 84574"/>
                  <a:gd name="connsiteX553" fmla="*/ 126137 w 1179211"/>
                  <a:gd name="connsiteY553" fmla="*/ 34071 h 84574"/>
                  <a:gd name="connsiteX554" fmla="*/ 120338 w 1179211"/>
                  <a:gd name="connsiteY554" fmla="*/ 29239 h 84574"/>
                  <a:gd name="connsiteX555" fmla="*/ 109705 w 1179211"/>
                  <a:gd name="connsiteY555" fmla="*/ 27306 h 84574"/>
                  <a:gd name="connsiteX556" fmla="*/ 102214 w 1179211"/>
                  <a:gd name="connsiteY556" fmla="*/ 28514 h 84574"/>
                  <a:gd name="connsiteX557" fmla="*/ 96898 w 1179211"/>
                  <a:gd name="connsiteY557" fmla="*/ 31655 h 84574"/>
                  <a:gd name="connsiteX558" fmla="*/ 93274 w 1179211"/>
                  <a:gd name="connsiteY558" fmla="*/ 35280 h 84574"/>
                  <a:gd name="connsiteX559" fmla="*/ 91341 w 1179211"/>
                  <a:gd name="connsiteY559" fmla="*/ 37938 h 84574"/>
                  <a:gd name="connsiteX560" fmla="*/ 90132 w 1179211"/>
                  <a:gd name="connsiteY560" fmla="*/ 28514 h 84574"/>
                  <a:gd name="connsiteX561" fmla="*/ 80708 w 1179211"/>
                  <a:gd name="connsiteY561" fmla="*/ 29480 h 84574"/>
                  <a:gd name="connsiteX562" fmla="*/ 80950 w 1179211"/>
                  <a:gd name="connsiteY562" fmla="*/ 31655 h 84574"/>
                  <a:gd name="connsiteX563" fmla="*/ 81433 w 1179211"/>
                  <a:gd name="connsiteY563" fmla="*/ 35280 h 84574"/>
                  <a:gd name="connsiteX564" fmla="*/ 81675 w 1179211"/>
                  <a:gd name="connsiteY564" fmla="*/ 39388 h 84574"/>
                  <a:gd name="connsiteX565" fmla="*/ 81917 w 1179211"/>
                  <a:gd name="connsiteY565" fmla="*/ 43496 h 84574"/>
                  <a:gd name="connsiteX566" fmla="*/ 81917 w 1179211"/>
                  <a:gd name="connsiteY566" fmla="*/ 84333 h 84574"/>
                  <a:gd name="connsiteX567" fmla="*/ 91824 w 1179211"/>
                  <a:gd name="connsiteY567" fmla="*/ 84333 h 84574"/>
                  <a:gd name="connsiteX568" fmla="*/ 91824 w 1179211"/>
                  <a:gd name="connsiteY568" fmla="*/ 53403 h 84574"/>
                  <a:gd name="connsiteX569" fmla="*/ 93032 w 1179211"/>
                  <a:gd name="connsiteY569" fmla="*/ 46154 h 84574"/>
                  <a:gd name="connsiteX570" fmla="*/ 96415 w 1179211"/>
                  <a:gd name="connsiteY570" fmla="*/ 40354 h 84574"/>
                  <a:gd name="connsiteX571" fmla="*/ 101248 w 1179211"/>
                  <a:gd name="connsiteY571" fmla="*/ 36488 h 84574"/>
                  <a:gd name="connsiteX572" fmla="*/ 107531 w 1179211"/>
                  <a:gd name="connsiteY572" fmla="*/ 35038 h 84574"/>
                  <a:gd name="connsiteX573" fmla="*/ 113572 w 1179211"/>
                  <a:gd name="connsiteY573" fmla="*/ 36005 h 84574"/>
                  <a:gd name="connsiteX574" fmla="*/ 117196 w 1179211"/>
                  <a:gd name="connsiteY574" fmla="*/ 38904 h 84574"/>
                  <a:gd name="connsiteX575" fmla="*/ 118888 w 1179211"/>
                  <a:gd name="connsiteY575" fmla="*/ 43496 h 84574"/>
                  <a:gd name="connsiteX576" fmla="*/ 119371 w 1179211"/>
                  <a:gd name="connsiteY576" fmla="*/ 49778 h 84574"/>
                  <a:gd name="connsiteX577" fmla="*/ 119371 w 1179211"/>
                  <a:gd name="connsiteY577" fmla="*/ 84333 h 84574"/>
                  <a:gd name="connsiteX578" fmla="*/ 128795 w 1179211"/>
                  <a:gd name="connsiteY578" fmla="*/ 84333 h 84574"/>
                  <a:gd name="connsiteX579" fmla="*/ 60894 w 1179211"/>
                  <a:gd name="connsiteY579" fmla="*/ 5799 h 84574"/>
                  <a:gd name="connsiteX580" fmla="*/ 50986 w 1179211"/>
                  <a:gd name="connsiteY580" fmla="*/ 5799 h 84574"/>
                  <a:gd name="connsiteX581" fmla="*/ 50986 w 1179211"/>
                  <a:gd name="connsiteY581" fmla="*/ 54128 h 84574"/>
                  <a:gd name="connsiteX582" fmla="*/ 49295 w 1179211"/>
                  <a:gd name="connsiteY582" fmla="*/ 66935 h 84574"/>
                  <a:gd name="connsiteX583" fmla="*/ 44945 w 1179211"/>
                  <a:gd name="connsiteY583" fmla="*/ 74667 h 84574"/>
                  <a:gd name="connsiteX584" fmla="*/ 38421 w 1179211"/>
                  <a:gd name="connsiteY584" fmla="*/ 78534 h 84574"/>
                  <a:gd name="connsiteX585" fmla="*/ 30447 w 1179211"/>
                  <a:gd name="connsiteY585" fmla="*/ 79500 h 84574"/>
                  <a:gd name="connsiteX586" fmla="*/ 22231 w 1179211"/>
                  <a:gd name="connsiteY586" fmla="*/ 78534 h 84574"/>
                  <a:gd name="connsiteX587" fmla="*/ 15707 w 1179211"/>
                  <a:gd name="connsiteY587" fmla="*/ 74667 h 84574"/>
                  <a:gd name="connsiteX588" fmla="*/ 11357 w 1179211"/>
                  <a:gd name="connsiteY588" fmla="*/ 66935 h 84574"/>
                  <a:gd name="connsiteX589" fmla="*/ 9666 w 1179211"/>
                  <a:gd name="connsiteY589" fmla="*/ 54128 h 84574"/>
                  <a:gd name="connsiteX590" fmla="*/ 9666 w 1179211"/>
                  <a:gd name="connsiteY590" fmla="*/ 5799 h 84574"/>
                  <a:gd name="connsiteX591" fmla="*/ 0 w 1179211"/>
                  <a:gd name="connsiteY591" fmla="*/ 5799 h 84574"/>
                  <a:gd name="connsiteX592" fmla="*/ 0 w 1179211"/>
                  <a:gd name="connsiteY592" fmla="*/ 54853 h 84574"/>
                  <a:gd name="connsiteX593" fmla="*/ 7733 w 1179211"/>
                  <a:gd name="connsiteY593" fmla="*/ 79500 h 84574"/>
                  <a:gd name="connsiteX594" fmla="*/ 30689 w 1179211"/>
                  <a:gd name="connsiteY594" fmla="*/ 86749 h 84574"/>
                  <a:gd name="connsiteX595" fmla="*/ 53403 w 1179211"/>
                  <a:gd name="connsiteY595" fmla="*/ 79500 h 84574"/>
                  <a:gd name="connsiteX596" fmla="*/ 60894 w 1179211"/>
                  <a:gd name="connsiteY596" fmla="*/ 54853 h 84574"/>
                  <a:gd name="connsiteX597" fmla="*/ 60894 w 1179211"/>
                  <a:gd name="connsiteY597" fmla="*/ 5799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</a:cxnLst>
                <a:rect l="l" t="t" r="r" b="b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  <p:sp>
            <p:nvSpPr>
              <p:cNvPr id="44" name="Freihandform: Form 43">
                <a:extLst>
                  <a:ext uri="{FF2B5EF4-FFF2-40B4-BE49-F238E27FC236}">
                    <a16:creationId xmlns:a16="http://schemas.microsoft.com/office/drawing/2014/main" id="{CCA96FB2-00D1-437E-BC9E-014BF2485AA3}"/>
                  </a:ext>
                </a:extLst>
              </p:cNvPr>
              <p:cNvSpPr/>
              <p:nvPr/>
            </p:nvSpPr>
            <p:spPr>
              <a:xfrm>
                <a:off x="11569754" y="1219314"/>
                <a:ext cx="152234" cy="132903"/>
              </a:xfrm>
              <a:custGeom>
                <a:avLst/>
                <a:gdLst>
                  <a:gd name="connsiteX0" fmla="*/ 0 w 152234"/>
                  <a:gd name="connsiteY0" fmla="*/ 134353 h 132902"/>
                  <a:gd name="connsiteX1" fmla="*/ 84816 w 152234"/>
                  <a:gd name="connsiteY1" fmla="*/ 134353 h 132902"/>
                  <a:gd name="connsiteX2" fmla="*/ 152234 w 152234"/>
                  <a:gd name="connsiteY2" fmla="*/ 67176 h 132902"/>
                  <a:gd name="connsiteX3" fmla="*/ 84816 w 152234"/>
                  <a:gd name="connsiteY3" fmla="*/ 0 h 132902"/>
                  <a:gd name="connsiteX4" fmla="*/ 0 w 152234"/>
                  <a:gd name="connsiteY4" fmla="*/ 0 h 132902"/>
                  <a:gd name="connsiteX5" fmla="*/ 0 w 152234"/>
                  <a:gd name="connsiteY5" fmla="*/ 134353 h 132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</p:grpSp>
      </p:grpSp>
      <p:sp>
        <p:nvSpPr>
          <p:cNvPr id="45" name="Freihandform: Form 44">
            <a:extLst>
              <a:ext uri="{FF2B5EF4-FFF2-40B4-BE49-F238E27FC236}">
                <a16:creationId xmlns:a16="http://schemas.microsoft.com/office/drawing/2014/main" id="{883162FD-5920-459D-B957-31A263988D88}"/>
              </a:ext>
            </a:extLst>
          </p:cNvPr>
          <p:cNvSpPr/>
          <p:nvPr userDrawn="1"/>
        </p:nvSpPr>
        <p:spPr>
          <a:xfrm>
            <a:off x="-4877" y="407792"/>
            <a:ext cx="337406" cy="294925"/>
          </a:xfrm>
          <a:custGeom>
            <a:avLst/>
            <a:gdLst>
              <a:gd name="connsiteX0" fmla="*/ 0 w 152234"/>
              <a:gd name="connsiteY0" fmla="*/ 134353 h 132902"/>
              <a:gd name="connsiteX1" fmla="*/ 84816 w 152234"/>
              <a:gd name="connsiteY1" fmla="*/ 134353 h 132902"/>
              <a:gd name="connsiteX2" fmla="*/ 152234 w 152234"/>
              <a:gd name="connsiteY2" fmla="*/ 67176 h 132902"/>
              <a:gd name="connsiteX3" fmla="*/ 84816 w 152234"/>
              <a:gd name="connsiteY3" fmla="*/ 0 h 132902"/>
              <a:gd name="connsiteX4" fmla="*/ 0 w 152234"/>
              <a:gd name="connsiteY4" fmla="*/ 0 h 132902"/>
              <a:gd name="connsiteX5" fmla="*/ 0 w 152234"/>
              <a:gd name="connsiteY5" fmla="*/ 134353 h 132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 cap="flat">
            <a:noFill/>
            <a:prstDash val="solid"/>
            <a:miter/>
          </a:ln>
        </p:spPr>
        <p:txBody>
          <a:bodyPr rtlCol="0" anchor="ctr"/>
          <a:lstStyle/>
          <a:p>
            <a:endParaRPr lang="de-DE" sz="1351"/>
          </a:p>
        </p:txBody>
      </p:sp>
    </p:spTree>
    <p:extLst>
      <p:ext uri="{BB962C8B-B14F-4D97-AF65-F5344CB8AC3E}">
        <p14:creationId xmlns:p14="http://schemas.microsoft.com/office/powerpoint/2010/main" val="183421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6" r:id="rId7"/>
    <p:sldLayoutId id="2147483697" r:id="rId8"/>
    <p:sldLayoutId id="2147483698" r:id="rId9"/>
    <p:sldLayoutId id="2147483721" r:id="rId10"/>
    <p:sldLayoutId id="2147483699" r:id="rId11"/>
    <p:sldLayoutId id="2147483700" r:id="rId12"/>
    <p:sldLayoutId id="2147483722" r:id="rId13"/>
    <p:sldLayoutId id="2147483701" r:id="rId14"/>
    <p:sldLayoutId id="2147483702" r:id="rId15"/>
    <p:sldLayoutId id="2147483703" r:id="rId16"/>
    <p:sldLayoutId id="2147483704" r:id="rId17"/>
    <p:sldLayoutId id="2147483705" r:id="rId18"/>
    <p:sldLayoutId id="2147483706" r:id="rId19"/>
    <p:sldLayoutId id="2147483707" r:id="rId20"/>
    <p:sldLayoutId id="2147483708" r:id="rId21"/>
    <p:sldLayoutId id="2147483709" r:id="rId22"/>
    <p:sldLayoutId id="2147483710" r:id="rId23"/>
    <p:sldLayoutId id="2147483711" r:id="rId24"/>
    <p:sldLayoutId id="2147483714" r:id="rId25"/>
    <p:sldLayoutId id="2147483716" r:id="rId26"/>
    <p:sldLayoutId id="2147483717" r:id="rId27"/>
    <p:sldLayoutId id="2147483718" r:id="rId28"/>
    <p:sldLayoutId id="2147483719" r:id="rId29"/>
    <p:sldLayoutId id="2147483720" r:id="rId30"/>
    <p:sldLayoutId id="2147483723" r:id="rId3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 2" panose="05020102010507070707" pitchFamily="18" charset="2"/>
        <a:buChar char="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41338" indent="-274638" algn="l" defTabSz="914400" rtl="0" eaLnBrk="1" latinLnBrk="0" hangingPunct="1">
        <a:lnSpc>
          <a:spcPct val="90000"/>
        </a:lnSpc>
        <a:spcBef>
          <a:spcPts val="600"/>
        </a:spcBef>
        <a:buClr>
          <a:schemeClr val="accent6"/>
        </a:buClr>
        <a:buFont typeface="Wingdings 2" panose="05020102010507070707" pitchFamily="18" charset="2"/>
        <a:buChar char="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808038" indent="-266700" algn="l" defTabSz="914400" rtl="0" eaLnBrk="1" latinLnBrk="0" hangingPunct="1">
        <a:lnSpc>
          <a:spcPct val="90000"/>
        </a:lnSpc>
        <a:spcBef>
          <a:spcPts val="600"/>
        </a:spcBef>
        <a:buClr>
          <a:schemeClr val="accent6"/>
        </a:buClr>
        <a:buFont typeface="Wingdings 2" panose="05020102010507070707" pitchFamily="18" charset="2"/>
        <a:buChar char="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74738" indent="-2667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 2" panose="05020102010507070707" pitchFamily="18" charset="2"/>
        <a:buChar char="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41438" indent="-2667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 2" panose="05020102010507070707" pitchFamily="18" charset="2"/>
        <a:buChar char="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61" userDrawn="1">
          <p15:clr>
            <a:srgbClr val="F26B43"/>
          </p15:clr>
        </p15:guide>
        <p15:guide id="4" pos="329" userDrawn="1">
          <p15:clr>
            <a:srgbClr val="F26B43"/>
          </p15:clr>
        </p15:guide>
        <p15:guide id="5" pos="5432" userDrawn="1">
          <p15:clr>
            <a:srgbClr val="F26B43"/>
          </p15:clr>
        </p15:guide>
        <p15:guide id="6" orient="horz" pos="686" userDrawn="1">
          <p15:clr>
            <a:srgbClr val="F26B43"/>
          </p15:clr>
        </p15:guide>
        <p15:guide id="7" orient="horz" pos="3096" userDrawn="1">
          <p15:clr>
            <a:srgbClr val="F26B43"/>
          </p15:clr>
        </p15:guide>
        <p15:guide id="9" orient="horz" pos="3121" userDrawn="1">
          <p15:clr>
            <a:srgbClr val="F26B43"/>
          </p15:clr>
        </p15:guide>
        <p15:guide id="10" orient="horz" pos="89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.org/WAI/standards-guidelines/wcag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9.jpg"/><Relationship Id="rId5" Type="http://schemas.openxmlformats.org/officeDocument/2006/relationships/hyperlink" Target="https://arxiv.org/abs/2510.13914" TargetMode="External"/><Relationship Id="rId4" Type="http://schemas.openxmlformats.org/officeDocument/2006/relationships/hyperlink" Target="https://www.nngroup.com/reports/how-to-conduct-usability-studies-accessibility/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el 100">
            <a:extLst>
              <a:ext uri="{FF2B5EF4-FFF2-40B4-BE49-F238E27FC236}">
                <a16:creationId xmlns:a16="http://schemas.microsoft.com/office/drawing/2014/main" id="{6ABA10D6-0652-4B42-A35F-CF9E0DD124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A</a:t>
            </a:r>
            <a:r>
              <a:rPr lang="en-US" dirty="0" err="1"/>
              <a:t>ccessibility</a:t>
            </a:r>
            <a:r>
              <a:rPr lang="de-DE" dirty="0"/>
              <a:t> </a:t>
            </a:r>
            <a:r>
              <a:rPr lang="de-DE" dirty="0" err="1"/>
              <a:t>Testing</a:t>
            </a:r>
            <a:br>
              <a:rPr lang="de-DE" dirty="0"/>
            </a:br>
            <a:r>
              <a:rPr lang="de-DE" sz="1800" dirty="0"/>
              <a:t>(UX Method)</a:t>
            </a:r>
          </a:p>
        </p:txBody>
      </p:sp>
      <p:sp>
        <p:nvSpPr>
          <p:cNvPr id="102" name="Untertitel 101">
            <a:extLst>
              <a:ext uri="{FF2B5EF4-FFF2-40B4-BE49-F238E27FC236}">
                <a16:creationId xmlns:a16="http://schemas.microsoft.com/office/drawing/2014/main" id="{A9C4E376-BA12-7D43-96B4-4F6C548485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User Experience (UX) Design and Management</a:t>
            </a:r>
          </a:p>
        </p:txBody>
      </p:sp>
      <p:sp>
        <p:nvSpPr>
          <p:cNvPr id="132" name="Textplatzhalter 131">
            <a:extLst>
              <a:ext uri="{FF2B5EF4-FFF2-40B4-BE49-F238E27FC236}">
                <a16:creationId xmlns:a16="http://schemas.microsoft.com/office/drawing/2014/main" id="{13915252-8486-BE43-A525-942B4DD0B99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/>
              <a:t>November 12, 2025</a:t>
            </a:r>
          </a:p>
        </p:txBody>
      </p:sp>
    </p:spTree>
    <p:extLst>
      <p:ext uri="{BB962C8B-B14F-4D97-AF65-F5344CB8AC3E}">
        <p14:creationId xmlns:p14="http://schemas.microsoft.com/office/powerpoint/2010/main" val="1701597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FAFA01A-4336-4C33-AFB4-9EAD5C2A3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Content</a:t>
            </a:r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2CF8CD75-853D-4E87-85E7-FED01010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882EAA44-67E8-47BB-9D50-268756FE1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2</a:t>
            </a:fld>
            <a:endParaRPr lang="de-DE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79E16B16-B350-4B15-90C8-5AD34F364A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err="1"/>
              <a:t>Methodological</a:t>
            </a:r>
            <a:r>
              <a:rPr lang="de-DE" dirty="0"/>
              <a:t> </a:t>
            </a:r>
            <a:r>
              <a:rPr lang="de-DE" dirty="0" err="1"/>
              <a:t>approach</a:t>
            </a:r>
            <a:r>
              <a:rPr lang="de-DE" dirty="0"/>
              <a:t> and </a:t>
            </a:r>
            <a:r>
              <a:rPr lang="de-DE" dirty="0" err="1"/>
              <a:t>objective</a:t>
            </a:r>
            <a:endParaRPr lang="de-DE" dirty="0"/>
          </a:p>
          <a:p>
            <a:r>
              <a:rPr lang="de-DE" dirty="0" err="1"/>
              <a:t>Example</a:t>
            </a:r>
            <a:endParaRPr lang="de-DE" dirty="0"/>
          </a:p>
          <a:p>
            <a:r>
              <a:rPr lang="de-DE" dirty="0" err="1"/>
              <a:t>Categorization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UX </a:t>
            </a:r>
            <a:r>
              <a:rPr lang="de-DE" dirty="0" err="1"/>
              <a:t>method</a:t>
            </a:r>
            <a:endParaRPr lang="de-DE" dirty="0"/>
          </a:p>
          <a:p>
            <a:r>
              <a:rPr lang="de-DE" dirty="0"/>
              <a:t>Pros &amp; </a:t>
            </a:r>
            <a:r>
              <a:rPr lang="de-DE" dirty="0" err="1"/>
              <a:t>Cons</a:t>
            </a:r>
            <a:endParaRPr lang="de-DE" dirty="0"/>
          </a:p>
          <a:p>
            <a:r>
              <a:rPr lang="en-US" dirty="0"/>
              <a:t>How does AI augment/change/challenge accessibility testing?</a:t>
            </a:r>
            <a:endParaRPr lang="de-DE" dirty="0"/>
          </a:p>
          <a:p>
            <a:r>
              <a:rPr lang="de-DE" dirty="0"/>
              <a:t>Tools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providers</a:t>
            </a:r>
            <a:endParaRPr lang="de-DE" dirty="0"/>
          </a:p>
          <a:p>
            <a:r>
              <a:rPr lang="de-DE" dirty="0"/>
              <a:t>Sources</a:t>
            </a:r>
          </a:p>
        </p:txBody>
      </p:sp>
    </p:spTree>
    <p:extLst>
      <p:ext uri="{BB962C8B-B14F-4D97-AF65-F5344CB8AC3E}">
        <p14:creationId xmlns:p14="http://schemas.microsoft.com/office/powerpoint/2010/main" val="2538023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72BAC-0953-AECF-1812-AA418D6B7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A521EE2A-710E-0DA7-71AF-4D181D9D2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Objective</a:t>
            </a:r>
            <a:endParaRPr lang="de-DE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7D753177-A596-9037-A00D-E4B2A25B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AI prompt: „</a:t>
            </a:r>
            <a:r>
              <a:rPr lang="en-US" dirty="0"/>
              <a:t>white background. illustrate the term "objective". display a mountain with a flag on it. </a:t>
            </a:r>
            <a:r>
              <a:rPr lang="en-US" dirty="0" err="1"/>
              <a:t>dont</a:t>
            </a:r>
            <a:r>
              <a:rPr lang="en-US" dirty="0"/>
              <a:t> use text.”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6618A78-8496-060B-4EEE-EF6BDDE9A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3</a:t>
            </a:fld>
            <a:endParaRPr lang="de-DE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B8A32F3-F7B7-B1A0-94FD-14647A54878A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/>
          <a:stretch>
            <a:fillRect/>
          </a:stretch>
        </p:blipFill>
        <p:spPr>
          <a:xfrm>
            <a:off x="5138737" y="1422400"/>
            <a:ext cx="3492500" cy="3492500"/>
          </a:xfrm>
        </p:spPr>
      </p:pic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A06B64E0-3811-ABE8-1654-EDA54A775D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Identify accessibility barriers</a:t>
            </a:r>
          </a:p>
          <a:p>
            <a:r>
              <a:rPr lang="en-US" dirty="0"/>
              <a:t>Accessibility testing “ensures that […] digital content [is] usable by everyone, including individuals with disabilities.”</a:t>
            </a:r>
          </a:p>
          <a:p>
            <a:r>
              <a:rPr lang="en-US" dirty="0"/>
              <a:t>It makes digital products perceivable, operable and understandable by everyone.</a:t>
            </a:r>
          </a:p>
        </p:txBody>
      </p:sp>
    </p:spTree>
    <p:extLst>
      <p:ext uri="{BB962C8B-B14F-4D97-AF65-F5344CB8AC3E}">
        <p14:creationId xmlns:p14="http://schemas.microsoft.com/office/powerpoint/2010/main" val="769164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A458F-42A1-20D6-7CB1-EBEB59404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D90DF66-56B9-BFEE-57F4-3E3EACE4C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Methodological</a:t>
            </a:r>
            <a:r>
              <a:rPr lang="de-DE" dirty="0"/>
              <a:t> </a:t>
            </a:r>
            <a:r>
              <a:rPr lang="de-DE" dirty="0" err="1"/>
              <a:t>approach</a:t>
            </a:r>
            <a:endParaRPr lang="de-DE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F628DF03-309B-8D66-2CF0-A68ADF62B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z="700" dirty="0"/>
              <a:t>AI prompt: „</a:t>
            </a:r>
            <a:r>
              <a:rPr lang="en-US" sz="700" dirty="0"/>
              <a:t>white background. illustrate the term "Methodological Approach". display a cluttered image with flow charts, clipboards, gears and stuff. </a:t>
            </a:r>
            <a:r>
              <a:rPr lang="en-US" sz="700" dirty="0" err="1"/>
              <a:t>dont</a:t>
            </a:r>
            <a:r>
              <a:rPr lang="en-US" sz="700" dirty="0"/>
              <a:t> use </a:t>
            </a:r>
            <a:r>
              <a:rPr lang="en-US" sz="700" dirty="0" err="1"/>
              <a:t>textttttt</a:t>
            </a:r>
            <a:r>
              <a:rPr lang="en-US" sz="700" dirty="0"/>
              <a:t> </a:t>
            </a:r>
            <a:r>
              <a:rPr lang="en-US" sz="700" dirty="0" err="1"/>
              <a:t>pleaseeee</a:t>
            </a:r>
            <a:r>
              <a:rPr lang="en-US" sz="700" dirty="0"/>
              <a:t>”</a:t>
            </a:r>
            <a:endParaRPr lang="de-DE" sz="700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153DDAA-4176-DB6A-4697-EF6E0F597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4</a:t>
            </a:fld>
            <a:endParaRPr lang="de-D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001C05-ACF0-7B22-312B-1515F307B897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/>
          <a:stretch>
            <a:fillRect/>
          </a:stretch>
        </p:blipFill>
        <p:spPr>
          <a:xfrm>
            <a:off x="5138737" y="1422400"/>
            <a:ext cx="3492500" cy="3492500"/>
          </a:xfrm>
        </p:spPr>
      </p:pic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1FE6ABAE-1C56-4CE7-7D02-E04412F22C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 err="1"/>
              <a:t>Accessibility</a:t>
            </a:r>
            <a:r>
              <a:rPr lang="de-DE" dirty="0"/>
              <a:t> </a:t>
            </a:r>
            <a:r>
              <a:rPr lang="de-DE" dirty="0" err="1"/>
              <a:t>testing</a:t>
            </a:r>
            <a:r>
              <a:rPr lang="de-DE" dirty="0"/>
              <a:t> </a:t>
            </a:r>
            <a:r>
              <a:rPr lang="de-DE" dirty="0" err="1"/>
              <a:t>typically</a:t>
            </a:r>
            <a:r>
              <a:rPr lang="de-DE" dirty="0"/>
              <a:t> </a:t>
            </a:r>
            <a:r>
              <a:rPr lang="de-DE" dirty="0" err="1"/>
              <a:t>combines</a:t>
            </a:r>
            <a:r>
              <a:rPr lang="de-DE" dirty="0"/>
              <a:t> </a:t>
            </a:r>
            <a:r>
              <a:rPr lang="de-DE" dirty="0" err="1"/>
              <a:t>automated</a:t>
            </a:r>
            <a:r>
              <a:rPr lang="de-DE" dirty="0"/>
              <a:t> and </a:t>
            </a:r>
            <a:r>
              <a:rPr lang="de-DE" dirty="0" err="1"/>
              <a:t>manual</a:t>
            </a:r>
            <a:r>
              <a:rPr lang="de-DE" dirty="0"/>
              <a:t> </a:t>
            </a:r>
            <a:r>
              <a:rPr lang="de-DE" dirty="0" err="1"/>
              <a:t>tests</a:t>
            </a:r>
            <a:endParaRPr lang="de-DE" dirty="0"/>
          </a:p>
        </p:txBody>
      </p:sp>
      <p:sp>
        <p:nvSpPr>
          <p:cNvPr id="6" name="Inhaltsplatzhalter 9">
            <a:extLst>
              <a:ext uri="{FF2B5EF4-FFF2-40B4-BE49-F238E27FC236}">
                <a16:creationId xmlns:a16="http://schemas.microsoft.com/office/drawing/2014/main" id="{7521760C-EB4B-69E6-4399-4C11A550186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2288" y="1422400"/>
            <a:ext cx="3941762" cy="1638300"/>
          </a:xfrm>
        </p:spPr>
        <p:txBody>
          <a:bodyPr/>
          <a:lstStyle/>
          <a:p>
            <a:r>
              <a:rPr lang="de-DE" dirty="0" err="1"/>
              <a:t>Automated</a:t>
            </a:r>
            <a:r>
              <a:rPr lang="de-DE" dirty="0"/>
              <a:t> </a:t>
            </a:r>
            <a:r>
              <a:rPr lang="de-DE" dirty="0" err="1"/>
              <a:t>testing</a:t>
            </a:r>
            <a:endParaRPr lang="de-DE" dirty="0"/>
          </a:p>
          <a:p>
            <a:pPr lvl="1"/>
            <a:r>
              <a:rPr lang="de-DE" dirty="0" err="1"/>
              <a:t>Conducted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software</a:t>
            </a:r>
            <a:r>
              <a:rPr lang="de-DE" dirty="0"/>
              <a:t> </a:t>
            </a:r>
            <a:r>
              <a:rPr lang="de-DE" dirty="0" err="1"/>
              <a:t>tools</a:t>
            </a:r>
            <a:endParaRPr lang="de-DE" dirty="0"/>
          </a:p>
          <a:p>
            <a:pPr lvl="1"/>
            <a:r>
              <a:rPr lang="de-DE" dirty="0"/>
              <a:t>Checks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compliance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WCAG</a:t>
            </a:r>
          </a:p>
          <a:p>
            <a:pPr lvl="1"/>
            <a:r>
              <a:rPr lang="de-DE" dirty="0"/>
              <a:t>Fast, </a:t>
            </a:r>
            <a:r>
              <a:rPr lang="de-DE" dirty="0" err="1"/>
              <a:t>repeatable</a:t>
            </a:r>
            <a:r>
              <a:rPr lang="de-DE" dirty="0"/>
              <a:t>, </a:t>
            </a:r>
            <a:r>
              <a:rPr lang="de-DE" dirty="0" err="1"/>
              <a:t>consistent</a:t>
            </a:r>
            <a:endParaRPr lang="de-DE" dirty="0"/>
          </a:p>
          <a:p>
            <a:pPr lvl="1"/>
            <a:r>
              <a:rPr lang="de-DE" dirty="0" err="1"/>
              <a:t>Finds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most</a:t>
            </a:r>
            <a:r>
              <a:rPr lang="de-DE" dirty="0"/>
              <a:t> </a:t>
            </a:r>
            <a:r>
              <a:rPr lang="de-DE" dirty="0" err="1"/>
              <a:t>common</a:t>
            </a:r>
            <a:r>
              <a:rPr lang="de-DE" dirty="0"/>
              <a:t> </a:t>
            </a:r>
            <a:r>
              <a:rPr lang="de-DE" dirty="0" err="1"/>
              <a:t>violations</a:t>
            </a:r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</p:txBody>
      </p:sp>
      <p:sp>
        <p:nvSpPr>
          <p:cNvPr id="8" name="Inhaltsplatzhalter 11">
            <a:extLst>
              <a:ext uri="{FF2B5EF4-FFF2-40B4-BE49-F238E27FC236}">
                <a16:creationId xmlns:a16="http://schemas.microsoft.com/office/drawing/2014/main" id="{DE666324-41A0-A53B-3C28-4DF1E1669701}"/>
              </a:ext>
            </a:extLst>
          </p:cNvPr>
          <p:cNvSpPr txBox="1">
            <a:spLocks/>
          </p:cNvSpPr>
          <p:nvPr/>
        </p:nvSpPr>
        <p:spPr>
          <a:xfrm>
            <a:off x="522288" y="3187700"/>
            <a:ext cx="3941762" cy="1638300"/>
          </a:xfrm>
          <a:prstGeom prst="rect">
            <a:avLst/>
          </a:prstGeom>
        </p:spPr>
        <p:txBody>
          <a:bodyPr/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 2" panose="05020102010507070707" pitchFamily="18" charset="2"/>
              <a:buChar char="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1338" indent="-2746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6"/>
              </a:buClr>
              <a:buFont typeface="Wingdings 2" panose="05020102010507070707" pitchFamily="18" charset="2"/>
              <a:buChar char="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8038" indent="-2667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6"/>
              </a:buClr>
              <a:buFont typeface="Wingdings 2" panose="05020102010507070707" pitchFamily="18" charset="2"/>
              <a:buChar char="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4738" indent="-2667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 2" panose="05020102010507070707" pitchFamily="18" charset="2"/>
              <a:buChar char="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1438" indent="-2667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 2" panose="05020102010507070707" pitchFamily="18" charset="2"/>
              <a:buChar char="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Manual </a:t>
            </a:r>
            <a:r>
              <a:rPr lang="de-DE" dirty="0" err="1"/>
              <a:t>Testing</a:t>
            </a:r>
            <a:endParaRPr lang="de-DE" dirty="0"/>
          </a:p>
          <a:p>
            <a:pPr lvl="1"/>
            <a:r>
              <a:rPr lang="de-DE" dirty="0" err="1"/>
              <a:t>Conducted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human </a:t>
            </a:r>
            <a:r>
              <a:rPr lang="de-DE" dirty="0" err="1"/>
              <a:t>evaluators</a:t>
            </a:r>
            <a:endParaRPr lang="de-DE" dirty="0"/>
          </a:p>
          <a:p>
            <a:pPr lvl="1"/>
            <a:r>
              <a:rPr lang="de-DE" dirty="0" err="1"/>
              <a:t>Uses</a:t>
            </a:r>
            <a:r>
              <a:rPr lang="de-DE" dirty="0"/>
              <a:t> </a:t>
            </a:r>
            <a:r>
              <a:rPr lang="de-DE" dirty="0" err="1"/>
              <a:t>assistive</a:t>
            </a:r>
            <a:r>
              <a:rPr lang="de-DE" dirty="0"/>
              <a:t> </a:t>
            </a:r>
            <a:r>
              <a:rPr lang="de-DE" dirty="0" err="1"/>
              <a:t>technology</a:t>
            </a:r>
            <a:endParaRPr lang="de-DE" dirty="0"/>
          </a:p>
          <a:p>
            <a:pPr lvl="1"/>
            <a:r>
              <a:rPr lang="de-DE" dirty="0"/>
              <a:t>Real </a:t>
            </a:r>
            <a:r>
              <a:rPr lang="de-DE" dirty="0" err="1"/>
              <a:t>user</a:t>
            </a:r>
            <a:r>
              <a:rPr lang="de-DE" dirty="0"/>
              <a:t> </a:t>
            </a:r>
            <a:r>
              <a:rPr lang="de-DE" dirty="0" err="1"/>
              <a:t>experience</a:t>
            </a:r>
            <a:endParaRPr lang="de-DE" dirty="0"/>
          </a:p>
          <a:p>
            <a:pPr lvl="1"/>
            <a:r>
              <a:rPr lang="de-DE" dirty="0" err="1"/>
              <a:t>Context</a:t>
            </a:r>
            <a:r>
              <a:rPr lang="de-DE" dirty="0"/>
              <a:t>-aware</a:t>
            </a:r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79020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5B22E-9460-AE7E-7040-8E4FB9AF8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F71CDDC8-2346-1FD7-BF29-2AA192429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endParaRPr lang="de-DE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E7135A9-FD86-8126-DED6-6CA65FE9B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AI prompt: „</a:t>
            </a:r>
            <a:r>
              <a:rPr lang="en-US" dirty="0"/>
              <a:t> </a:t>
            </a:r>
            <a:r>
              <a:rPr lang="en-US" dirty="0" err="1"/>
              <a:t>emma</a:t>
            </a:r>
            <a:r>
              <a:rPr lang="en-US" dirty="0"/>
              <a:t> screams at her laptop and is angry. </a:t>
            </a:r>
            <a:r>
              <a:rPr lang="en-US" dirty="0" err="1"/>
              <a:t>emma</a:t>
            </a:r>
            <a:r>
              <a:rPr lang="en-US" dirty="0"/>
              <a:t> hates her laptop.”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D0E6195-CC8A-32A0-83EE-EE9C20782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12E0610D-1D5D-8791-3609-993073F8B31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Automated Testing</a:t>
            </a:r>
          </a:p>
          <a:p>
            <a:pPr lvl="1"/>
            <a:r>
              <a:rPr lang="en-US" dirty="0"/>
              <a:t>Selection buttons lack labels</a:t>
            </a:r>
          </a:p>
          <a:p>
            <a:pPr lvl="1"/>
            <a:r>
              <a:rPr lang="en-US" dirty="0"/>
              <a:t>Color contrast fails guidelines</a:t>
            </a:r>
          </a:p>
          <a:p>
            <a:r>
              <a:rPr lang="en-US" dirty="0"/>
              <a:t>Expert review</a:t>
            </a:r>
          </a:p>
          <a:p>
            <a:pPr lvl="1"/>
            <a:r>
              <a:rPr lang="en-US" dirty="0"/>
              <a:t>Keyboard navigation focus jumps around the page without order skipping some sections</a:t>
            </a:r>
          </a:p>
          <a:p>
            <a:pPr lvl="1"/>
            <a:r>
              <a:rPr lang="en-US" dirty="0"/>
              <a:t>Dynamic price updates not announced</a:t>
            </a:r>
          </a:p>
          <a:p>
            <a:r>
              <a:rPr lang="en-US" dirty="0"/>
              <a:t>User observation (Emma)</a:t>
            </a:r>
          </a:p>
          <a:p>
            <a:pPr lvl="1"/>
            <a:r>
              <a:rPr lang="en-US" dirty="0"/>
              <a:t>Cannot differentiate color coding in seat map</a:t>
            </a:r>
          </a:p>
          <a:p>
            <a:pPr lvl="1"/>
            <a:r>
              <a:rPr lang="en-US" dirty="0"/>
              <a:t>Cannot select a seat using keyboard</a:t>
            </a:r>
          </a:p>
          <a:p>
            <a:pPr marL="2667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E61CC795-2B17-815A-A4AA-F0120668A88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/>
              <a:t>Emma (</a:t>
            </a:r>
            <a:r>
              <a:rPr lang="de-DE" dirty="0" err="1"/>
              <a:t>visually</a:t>
            </a:r>
            <a:r>
              <a:rPr lang="de-DE" dirty="0"/>
              <a:t> </a:t>
            </a:r>
            <a:r>
              <a:rPr lang="de-DE" dirty="0" err="1"/>
              <a:t>impaired</a:t>
            </a:r>
            <a:r>
              <a:rPr lang="de-DE" dirty="0"/>
              <a:t>) </a:t>
            </a:r>
            <a:r>
              <a:rPr lang="de-DE" dirty="0" err="1"/>
              <a:t>tries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book</a:t>
            </a:r>
            <a:r>
              <a:rPr lang="de-DE" dirty="0"/>
              <a:t> a </a:t>
            </a:r>
            <a:r>
              <a:rPr lang="de-DE" dirty="0" err="1"/>
              <a:t>flight</a:t>
            </a:r>
            <a:endParaRPr lang="de-DE" dirty="0"/>
          </a:p>
          <a:p>
            <a:endParaRPr lang="de-DE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8EDB3CA-963A-BD31-132F-ADCBE33ED2C9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/>
          <a:stretch>
            <a:fillRect/>
          </a:stretch>
        </p:blipFill>
        <p:spPr>
          <a:xfrm>
            <a:off x="5138737" y="1422400"/>
            <a:ext cx="3492500" cy="3492500"/>
          </a:xfrm>
        </p:spPr>
      </p:pic>
    </p:spTree>
    <p:extLst>
      <p:ext uri="{BB962C8B-B14F-4D97-AF65-F5344CB8AC3E}">
        <p14:creationId xmlns:p14="http://schemas.microsoft.com/office/powerpoint/2010/main" val="518357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3135A-887B-153F-663E-AE504B709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el 51">
            <a:extLst>
              <a:ext uri="{FF2B5EF4-FFF2-40B4-BE49-F238E27FC236}">
                <a16:creationId xmlns:a16="http://schemas.microsoft.com/office/drawing/2014/main" id="{4CEE0D20-A04E-A1CE-F21A-B1BB9416D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Categorization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UX </a:t>
            </a:r>
            <a:r>
              <a:rPr lang="de-DE" dirty="0" err="1"/>
              <a:t>method</a:t>
            </a:r>
            <a:endParaRPr lang="de-DE" dirty="0"/>
          </a:p>
        </p:txBody>
      </p:sp>
      <p:sp>
        <p:nvSpPr>
          <p:cNvPr id="44" name="Fußzeilenplatzhalter 43">
            <a:extLst>
              <a:ext uri="{FF2B5EF4-FFF2-40B4-BE49-F238E27FC236}">
                <a16:creationId xmlns:a16="http://schemas.microsoft.com/office/drawing/2014/main" id="{23DF9D33-7DEF-5D29-2EC6-99A12AE82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5" name="Foliennummernplatzhalter 44">
            <a:extLst>
              <a:ext uri="{FF2B5EF4-FFF2-40B4-BE49-F238E27FC236}">
                <a16:creationId xmlns:a16="http://schemas.microsoft.com/office/drawing/2014/main" id="{C01F4B1C-CC46-089B-064F-F230045EF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6</a:t>
            </a:fld>
            <a:endParaRPr lang="de-DE" dirty="0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257205BB-595A-5B72-70E3-F996CEE84D3C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/>
          <a:stretch>
            <a:fillRect/>
          </a:stretch>
        </p:blipFill>
        <p:spPr>
          <a:xfrm>
            <a:off x="1473068" y="1422400"/>
            <a:ext cx="6197864" cy="3492500"/>
          </a:xfrm>
          <a:prstGeom prst="rect">
            <a:avLst/>
          </a:prstGeom>
          <a:solidFill>
            <a:srgbClr val="CCCCCC">
              <a:lumMod val="100000"/>
            </a:srgbClr>
          </a:solidFill>
          <a:ln/>
        </p:spPr>
      </p:pic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29DAAB40-AA71-EE4E-724B-599C79C147A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Stage of the UCD process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07922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44F18-2A73-8D26-3AB1-F42741CF4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38755FC8-C043-44AE-21AE-DBEBB1840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Categorization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UX </a:t>
            </a:r>
            <a:r>
              <a:rPr lang="de-DE" dirty="0" err="1"/>
              <a:t>method</a:t>
            </a:r>
            <a:endParaRPr lang="de-DE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8AB39AF8-C02E-A702-C6CF-D69957ED0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3B60979-4688-F21E-4787-9FDC07E9D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7</a:t>
            </a:fld>
            <a:endParaRPr lang="de-DE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231B946-74B1-41F2-EC36-3A226D8946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0431528"/>
              </p:ext>
            </p:extLst>
          </p:nvPr>
        </p:nvGraphicFramePr>
        <p:xfrm>
          <a:off x="526594" y="1062757"/>
          <a:ext cx="7231760" cy="37597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05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11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277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Accessibility Testing Classification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277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dirty="0"/>
                        <a:t>Stage of the UCD 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dirty="0"/>
                        <a:t>Evaluation stage (</a:t>
                      </a:r>
                      <a:r>
                        <a:rPr lang="en-US" dirty="0"/>
                        <a:t>or during iteration</a:t>
                      </a:r>
                      <a:r>
                        <a:rPr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277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Study goal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dirty="0"/>
                        <a:t>Formative &amp; Summative – identify &amp; verify accessibility barriers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277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dirty="0"/>
                        <a:t>Measurement 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dirty="0"/>
                        <a:t>Usabilit</a:t>
                      </a:r>
                      <a:r>
                        <a:rPr lang="en-US" dirty="0"/>
                        <a:t>y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277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Participants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lang="en-US" dirty="0"/>
                        <a:t>Accessibility experts, u</a:t>
                      </a:r>
                      <a:r>
                        <a:rPr dirty="0"/>
                        <a:t>sers with disabilities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213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Required number of participants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dirty="0"/>
                        <a:t>Experts: 2–3 | Users: 5–10 per disability group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277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User behavior / attitude 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dirty="0"/>
                        <a:t>Behavioral (observe what users do &amp; say)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277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Mixed: Qualitative + Quantitative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277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Place of 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lang="en-US" dirty="0"/>
                        <a:t>Mostly remote (l</a:t>
                      </a:r>
                      <a:r>
                        <a:rPr dirty="0"/>
                        <a:t>ab</a:t>
                      </a:r>
                      <a:r>
                        <a:rPr lang="en-US" dirty="0"/>
                        <a:t> and</a:t>
                      </a:r>
                      <a:r>
                        <a:rPr dirty="0"/>
                        <a:t> field</a:t>
                      </a:r>
                      <a:r>
                        <a:rPr lang="en-US" dirty="0"/>
                        <a:t> also possible</a:t>
                      </a:r>
                      <a:r>
                        <a:rPr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277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dirty="0"/>
                        <a:t>Timeline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dirty="0"/>
                        <a:t>During &amp; after usage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277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Period of experience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dirty="0"/>
                        <a:t>Snapshot during interaction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277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Context of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dirty="0"/>
                        <a:t>Scripted </a:t>
                      </a:r>
                      <a:r>
                        <a:rPr lang="en-US" dirty="0"/>
                        <a:t>use (or de-contextualized use)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1104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B1D70-CE87-F6B5-837D-A51F42191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1D23DD2A-9688-5286-6453-53FD4397E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Pros &amp; </a:t>
            </a:r>
            <a:r>
              <a:rPr lang="de-DE" dirty="0" err="1"/>
              <a:t>Cons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2338105-2CBB-1682-784F-FA07DEC58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47B957E-C8F7-73FE-C8D6-449090E8A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8</a:t>
            </a:fld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E0BEFF7E-87B4-3147-F06B-14349A1DD3F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Ensures inclusive design</a:t>
            </a:r>
          </a:p>
          <a:p>
            <a:r>
              <a:rPr lang="en-US" dirty="0"/>
              <a:t>Benefits all users</a:t>
            </a:r>
          </a:p>
          <a:p>
            <a:r>
              <a:rPr lang="en-US" dirty="0"/>
              <a:t>Ethical responsibility</a:t>
            </a:r>
          </a:p>
          <a:p>
            <a:r>
              <a:rPr lang="en-US" dirty="0"/>
              <a:t>Business and market benefits</a:t>
            </a:r>
          </a:p>
          <a:p>
            <a:r>
              <a:rPr lang="en-US" dirty="0"/>
              <a:t>Legal compliance</a:t>
            </a:r>
            <a:endParaRPr lang="de-DE" dirty="0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10274D6B-E97A-FCB9-875E-2ACECD33F90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Resource-intensive</a:t>
            </a:r>
          </a:p>
          <a:p>
            <a:r>
              <a:rPr lang="de-DE" dirty="0" err="1"/>
              <a:t>Inconsistent</a:t>
            </a:r>
            <a:r>
              <a:rPr lang="de-DE" dirty="0"/>
              <a:t> </a:t>
            </a:r>
            <a:r>
              <a:rPr lang="de-DE" dirty="0" err="1"/>
              <a:t>results</a:t>
            </a:r>
            <a:endParaRPr lang="de-DE" dirty="0"/>
          </a:p>
          <a:p>
            <a:r>
              <a:rPr lang="en-US" dirty="0"/>
              <a:t>Difficult to simulate and test thoroughly</a:t>
            </a:r>
          </a:p>
          <a:p>
            <a:r>
              <a:rPr lang="en-US" dirty="0"/>
              <a:t>Late testing results in costly fixes</a:t>
            </a:r>
          </a:p>
          <a:p>
            <a:r>
              <a:rPr lang="en-US" dirty="0"/>
              <a:t>May become compliance-focused, not user-focused</a:t>
            </a:r>
          </a:p>
          <a:p>
            <a:endParaRPr lang="de-DE" dirty="0"/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76658DCA-9561-2E2A-5B03-E23EFC4D17A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/>
              <a:t>Pros                                                          </a:t>
            </a:r>
            <a:r>
              <a:rPr lang="de-DE" dirty="0" err="1"/>
              <a:t>Cons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27633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8C831-18EB-87F3-7B3C-1B3EBB3F3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C837EFA8-F6F2-3CAA-CF7C-3191BCB98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AI change accessibility testing?</a:t>
            </a:r>
            <a:endParaRPr lang="de-DE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684217D-3A2A-1BC5-4E62-F381D73C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AI prompt: „</a:t>
            </a:r>
            <a:r>
              <a:rPr lang="en-US" dirty="0"/>
              <a:t>white background. Illustrate yourself. how do you think a digital AI like you looks like”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801C641-A8BE-8355-2CBA-BACCA67EA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9</a:t>
            </a:fld>
            <a:endParaRPr lang="de-DE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2A0DD561-57DF-F1B5-2023-DDFA9A4AFAF5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/>
          <a:stretch>
            <a:fillRect/>
          </a:stretch>
        </p:blipFill>
        <p:spPr>
          <a:xfrm>
            <a:off x="5138737" y="1422400"/>
            <a:ext cx="3492500" cy="3492500"/>
          </a:xfrm>
        </p:spPr>
      </p:pic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6737385D-834D-2D33-7359-33D960F3327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 err="1"/>
              <a:t>Expands</a:t>
            </a:r>
            <a:r>
              <a:rPr lang="de-DE" dirty="0"/>
              <a:t> on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automated</a:t>
            </a:r>
            <a:r>
              <a:rPr lang="de-DE" dirty="0"/>
              <a:t> </a:t>
            </a:r>
            <a:r>
              <a:rPr lang="de-DE" dirty="0" err="1"/>
              <a:t>testing</a:t>
            </a:r>
            <a:endParaRPr lang="de-DE" dirty="0"/>
          </a:p>
          <a:p>
            <a:r>
              <a:rPr lang="en-US" dirty="0"/>
              <a:t>Faster, scalable audits</a:t>
            </a:r>
            <a:endParaRPr lang="de-DE" dirty="0"/>
          </a:p>
          <a:p>
            <a:r>
              <a:rPr lang="en-US" dirty="0"/>
              <a:t>Auto-generated suggestions</a:t>
            </a:r>
          </a:p>
          <a:p>
            <a:r>
              <a:rPr lang="en-US" dirty="0"/>
              <a:t>Non-Deterministic results</a:t>
            </a:r>
          </a:p>
          <a:p>
            <a:r>
              <a:rPr lang="en-US" dirty="0"/>
              <a:t>Human validation remains essential</a:t>
            </a:r>
          </a:p>
        </p:txBody>
      </p:sp>
    </p:spTree>
    <p:extLst>
      <p:ext uri="{BB962C8B-B14F-4D97-AF65-F5344CB8AC3E}">
        <p14:creationId xmlns:p14="http://schemas.microsoft.com/office/powerpoint/2010/main" val="1567728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ECC42-60B0-5583-F865-1FA2FE79A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DA865459-CDBA-3C52-EA61-E1D4837B1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Tools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providers</a:t>
            </a:r>
            <a:endParaRPr lang="de-DE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29D067B-C3A2-865A-B789-CAD462FEE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AI prompt: „</a:t>
            </a:r>
            <a:r>
              <a:rPr lang="en-US" dirty="0"/>
              <a:t>white background. a lot of computer programs and digital products”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8DFC58F-D2AF-F927-4570-35882BF8B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10</a:t>
            </a:fld>
            <a:endParaRPr lang="de-DE" dirty="0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64597790-D6BC-9F6C-5ADE-F9AC723B79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axe </a:t>
            </a:r>
            <a:r>
              <a:rPr lang="en-US" dirty="0" err="1"/>
              <a:t>DevTools</a:t>
            </a:r>
            <a:r>
              <a:rPr lang="en-US" dirty="0"/>
              <a:t> (by Deque Systems)</a:t>
            </a:r>
          </a:p>
          <a:p>
            <a:r>
              <a:rPr lang="en-US" dirty="0"/>
              <a:t>WAVE (by </a:t>
            </a:r>
            <a:r>
              <a:rPr lang="en-US" dirty="0" err="1"/>
              <a:t>WebAIM</a:t>
            </a:r>
            <a:r>
              <a:rPr lang="en-US" dirty="0"/>
              <a:t>)</a:t>
            </a:r>
          </a:p>
          <a:p>
            <a:r>
              <a:rPr lang="en-US" dirty="0"/>
              <a:t>Lighthouse (by Google)</a:t>
            </a:r>
          </a:p>
          <a:p>
            <a:r>
              <a:rPr lang="en-US" dirty="0"/>
              <a:t>ANDI (open-source) </a:t>
            </a:r>
          </a:p>
          <a:p>
            <a:endParaRPr lang="en-US" dirty="0"/>
          </a:p>
          <a:p>
            <a:r>
              <a:rPr lang="en-US" dirty="0"/>
              <a:t>Color Oracle / Stark (simulate color blindness)</a:t>
            </a:r>
          </a:p>
          <a:p>
            <a:r>
              <a:rPr lang="en-US" dirty="0"/>
              <a:t>NVDA &amp; JAWS (Screen Readers)</a:t>
            </a:r>
          </a:p>
          <a:p>
            <a:r>
              <a:rPr lang="en-US" dirty="0"/>
              <a:t>Microsoft Accessibility Insights (for Windows applications)</a:t>
            </a:r>
          </a:p>
          <a:p>
            <a:endParaRPr lang="en-US" dirty="0"/>
          </a:p>
          <a:p>
            <a:r>
              <a:rPr lang="en-US" dirty="0"/>
              <a:t>…</a:t>
            </a:r>
          </a:p>
        </p:txBody>
      </p:sp>
      <p:pic>
        <p:nvPicPr>
          <p:cNvPr id="12" name="Content Placeholder 7">
            <a:extLst>
              <a:ext uri="{FF2B5EF4-FFF2-40B4-BE49-F238E27FC236}">
                <a16:creationId xmlns:a16="http://schemas.microsoft.com/office/drawing/2014/main" id="{5EC92162-FD44-BB23-C129-0954BB8F7DED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/>
          <a:stretch>
            <a:fillRect/>
          </a:stretch>
        </p:blipFill>
        <p:spPr>
          <a:xfrm>
            <a:off x="5138737" y="1422400"/>
            <a:ext cx="3492500" cy="3492500"/>
          </a:xfrm>
        </p:spPr>
      </p:pic>
    </p:spTree>
    <p:extLst>
      <p:ext uri="{BB962C8B-B14F-4D97-AF65-F5344CB8AC3E}">
        <p14:creationId xmlns:p14="http://schemas.microsoft.com/office/powerpoint/2010/main" val="1618381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D4D18-8A15-C687-CD1B-9B2F59865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4D6CB343-DA30-CBC9-2F7A-BFAD6B84A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Sources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EEF2446C-8B6F-5E98-55DA-88D763B1B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AI prompt: „</a:t>
            </a:r>
            <a:r>
              <a:rPr lang="en-US" dirty="0"/>
              <a:t>white background. a lot of books and papers across the entire image”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7FC191B-23EA-378B-10CB-958019D2C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11</a:t>
            </a:fld>
            <a:endParaRPr lang="de-DE" dirty="0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0F081B9C-ABDC-77C3-FA26-16CFCE38E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Lazar, J., Feng, J. H., &amp; Hochheiser, H. (2017). Research methods in human-computer interaction. Morgan Kaufmann, Cambridge, USA</a:t>
            </a:r>
          </a:p>
          <a:p>
            <a:r>
              <a:rPr lang="en-US" dirty="0">
                <a:hlinkClick r:id="rId3"/>
              </a:rPr>
              <a:t>https://www.w3.org/WAI/standards-guidelines/wcag/</a:t>
            </a:r>
            <a:endParaRPr lang="en-US" dirty="0"/>
          </a:p>
          <a:p>
            <a:r>
              <a:rPr lang="en-US" dirty="0">
                <a:hlinkClick r:id="rId4"/>
              </a:rPr>
              <a:t>https://www.nngroup.com/reports/how-to-conduct-usability-studies-accessibility/</a:t>
            </a:r>
            <a:endParaRPr lang="en-US" dirty="0"/>
          </a:p>
          <a:p>
            <a:r>
              <a:rPr lang="en-US" dirty="0">
                <a:hlinkClick r:id="rId5"/>
              </a:rPr>
              <a:t>https://arxiv.org/abs/2510.13914</a:t>
            </a:r>
            <a:endParaRPr lang="en-US" dirty="0"/>
          </a:p>
          <a:p>
            <a:endParaRPr lang="en-US" dirty="0"/>
          </a:p>
        </p:txBody>
      </p:sp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D6211643-1F03-869B-770B-E8C0190A4C99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6"/>
          <a:stretch>
            <a:fillRect/>
          </a:stretch>
        </p:blipFill>
        <p:spPr>
          <a:xfrm>
            <a:off x="5138737" y="1422400"/>
            <a:ext cx="3492500" cy="3492500"/>
          </a:xfrm>
        </p:spPr>
      </p:pic>
    </p:spTree>
    <p:extLst>
      <p:ext uri="{BB962C8B-B14F-4D97-AF65-F5344CB8AC3E}">
        <p14:creationId xmlns:p14="http://schemas.microsoft.com/office/powerpoint/2010/main" val="3445870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4D1ADDC-1689-4E0F-ACE1-FA7E3836F1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12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BA1EF7B-F04D-492C-B06F-F528B5FE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BEF25A1A-FA6E-4E1F-9F73-FF4B644121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6594" y="2286893"/>
            <a:ext cx="8226970" cy="936104"/>
          </a:xfrm>
        </p:spPr>
        <p:txBody>
          <a:bodyPr/>
          <a:lstStyle/>
          <a:p>
            <a:r>
              <a:rPr lang="en-US" sz="3200" dirty="0"/>
              <a:t>Thank you for your attention!</a:t>
            </a:r>
            <a:endParaRPr lang="de-DE" sz="3200" dirty="0"/>
          </a:p>
        </p:txBody>
      </p:sp>
    </p:spTree>
    <p:extLst>
      <p:ext uri="{BB962C8B-B14F-4D97-AF65-F5344CB8AC3E}">
        <p14:creationId xmlns:p14="http://schemas.microsoft.com/office/powerpoint/2010/main" val="1970554585"/>
      </p:ext>
    </p:extLst>
  </p:cSld>
  <p:clrMapOvr>
    <a:masterClrMapping/>
  </p:clrMapOvr>
</p:sld>
</file>

<file path=ppt/theme/theme1.xml><?xml version="1.0" encoding="utf-8"?>
<a:theme xmlns:a="http://schemas.openxmlformats.org/drawingml/2006/main" name="HHU_PPT_Vorlage">
  <a:themeElements>
    <a:clrScheme name="Custom 1">
      <a:dk1>
        <a:sysClr val="windowText" lastClr="000000"/>
      </a:dk1>
      <a:lt1>
        <a:sysClr val="window" lastClr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000000"/>
      </a:folHlink>
    </a:clrScheme>
    <a:fontScheme name="HH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owerPoint_Master_HHU_191127.potx" id="{F3938B69-4255-4D03-9129-AB257F1BA87B}" vid="{D92A2462-9914-4D52-BB8D-CB7AB4739413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290</TotalTime>
  <Words>636</Words>
  <Application>Microsoft Office PowerPoint</Application>
  <PresentationFormat>Custom</PresentationFormat>
  <Paragraphs>118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Wingdings 2</vt:lpstr>
      <vt:lpstr>HHU_PPT_Vorlage</vt:lpstr>
      <vt:lpstr>Accessibility Testing (UX Method)</vt:lpstr>
      <vt:lpstr>Content</vt:lpstr>
      <vt:lpstr>Objective</vt:lpstr>
      <vt:lpstr>Methodological approach</vt:lpstr>
      <vt:lpstr>Example</vt:lpstr>
      <vt:lpstr>Categorization of UX method</vt:lpstr>
      <vt:lpstr>Categorization of UX method</vt:lpstr>
      <vt:lpstr>Pros &amp; Cons</vt:lpstr>
      <vt:lpstr>How does AI change accessibility testing?</vt:lpstr>
      <vt:lpstr>Tools or providers</vt:lpstr>
      <vt:lpstr>Sources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AccessibilityTesting</dc:title>
  <dc:creator>Microsoft Office User</dc:creator>
  <cp:lastModifiedBy>Silas Kraume</cp:lastModifiedBy>
  <cp:revision>23</cp:revision>
  <dcterms:created xsi:type="dcterms:W3CDTF">2020-09-16T09:44:36Z</dcterms:created>
  <dcterms:modified xsi:type="dcterms:W3CDTF">2025-11-11T18:17:30Z</dcterms:modified>
</cp:coreProperties>
</file>